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8"/>
  </p:notesMasterIdLst>
  <p:sldIdLst>
    <p:sldId id="438" r:id="rId2"/>
    <p:sldId id="429" r:id="rId3"/>
    <p:sldId id="399" r:id="rId4"/>
    <p:sldId id="301" r:id="rId5"/>
    <p:sldId id="428" r:id="rId6"/>
    <p:sldId id="427" r:id="rId7"/>
    <p:sldId id="430" r:id="rId8"/>
    <p:sldId id="407" r:id="rId9"/>
    <p:sldId id="302" r:id="rId10"/>
    <p:sldId id="410" r:id="rId11"/>
    <p:sldId id="401" r:id="rId12"/>
    <p:sldId id="303" r:id="rId13"/>
    <p:sldId id="431" r:id="rId14"/>
    <p:sldId id="433" r:id="rId15"/>
    <p:sldId id="437" r:id="rId16"/>
    <p:sldId id="40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37" d="100"/>
          <a:sy n="137" d="100"/>
        </p:scale>
        <p:origin x="1529" y="6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image" Target="../media/image29.wmf"/><Relationship Id="rId18" Type="http://schemas.openxmlformats.org/officeDocument/2006/relationships/image" Target="../media/image34.wmf"/><Relationship Id="rId3" Type="http://schemas.openxmlformats.org/officeDocument/2006/relationships/image" Target="../media/image19.wmf"/><Relationship Id="rId21" Type="http://schemas.openxmlformats.org/officeDocument/2006/relationships/image" Target="../media/image37.wmf"/><Relationship Id="rId7" Type="http://schemas.openxmlformats.org/officeDocument/2006/relationships/image" Target="../media/image23.wmf"/><Relationship Id="rId12" Type="http://schemas.openxmlformats.org/officeDocument/2006/relationships/image" Target="../media/image28.wmf"/><Relationship Id="rId17" Type="http://schemas.openxmlformats.org/officeDocument/2006/relationships/image" Target="../media/image33.wmf"/><Relationship Id="rId2" Type="http://schemas.openxmlformats.org/officeDocument/2006/relationships/image" Target="../media/image18.wmf"/><Relationship Id="rId16" Type="http://schemas.openxmlformats.org/officeDocument/2006/relationships/image" Target="../media/image32.wmf"/><Relationship Id="rId20" Type="http://schemas.openxmlformats.org/officeDocument/2006/relationships/image" Target="../media/image36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11" Type="http://schemas.openxmlformats.org/officeDocument/2006/relationships/image" Target="../media/image27.wmf"/><Relationship Id="rId5" Type="http://schemas.openxmlformats.org/officeDocument/2006/relationships/image" Target="../media/image21.wmf"/><Relationship Id="rId15" Type="http://schemas.openxmlformats.org/officeDocument/2006/relationships/image" Target="../media/image31.wmf"/><Relationship Id="rId10" Type="http://schemas.openxmlformats.org/officeDocument/2006/relationships/image" Target="../media/image26.wmf"/><Relationship Id="rId19" Type="http://schemas.openxmlformats.org/officeDocument/2006/relationships/image" Target="../media/image35.wmf"/><Relationship Id="rId4" Type="http://schemas.openxmlformats.org/officeDocument/2006/relationships/image" Target="../media/image20.wmf"/><Relationship Id="rId9" Type="http://schemas.openxmlformats.org/officeDocument/2006/relationships/image" Target="../media/image25.wmf"/><Relationship Id="rId14" Type="http://schemas.openxmlformats.org/officeDocument/2006/relationships/image" Target="../media/image30.wmf"/><Relationship Id="rId22" Type="http://schemas.openxmlformats.org/officeDocument/2006/relationships/image" Target="../media/image3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image" Target="../media/image51.wmf"/><Relationship Id="rId18" Type="http://schemas.openxmlformats.org/officeDocument/2006/relationships/image" Target="../media/image56.wmf"/><Relationship Id="rId3" Type="http://schemas.openxmlformats.org/officeDocument/2006/relationships/image" Target="../media/image41.wmf"/><Relationship Id="rId21" Type="http://schemas.openxmlformats.org/officeDocument/2006/relationships/image" Target="../media/image59.wmf"/><Relationship Id="rId7" Type="http://schemas.openxmlformats.org/officeDocument/2006/relationships/image" Target="../media/image45.wmf"/><Relationship Id="rId12" Type="http://schemas.openxmlformats.org/officeDocument/2006/relationships/image" Target="../media/image50.wmf"/><Relationship Id="rId17" Type="http://schemas.openxmlformats.org/officeDocument/2006/relationships/image" Target="../media/image55.wmf"/><Relationship Id="rId2" Type="http://schemas.openxmlformats.org/officeDocument/2006/relationships/image" Target="../media/image40.wmf"/><Relationship Id="rId16" Type="http://schemas.openxmlformats.org/officeDocument/2006/relationships/image" Target="../media/image54.wmf"/><Relationship Id="rId20" Type="http://schemas.openxmlformats.org/officeDocument/2006/relationships/image" Target="../media/image58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11" Type="http://schemas.openxmlformats.org/officeDocument/2006/relationships/image" Target="../media/image49.wmf"/><Relationship Id="rId5" Type="http://schemas.openxmlformats.org/officeDocument/2006/relationships/image" Target="../media/image43.wmf"/><Relationship Id="rId15" Type="http://schemas.openxmlformats.org/officeDocument/2006/relationships/image" Target="../media/image53.wmf"/><Relationship Id="rId10" Type="http://schemas.openxmlformats.org/officeDocument/2006/relationships/image" Target="../media/image48.wmf"/><Relationship Id="rId19" Type="http://schemas.openxmlformats.org/officeDocument/2006/relationships/image" Target="../media/image57.wmf"/><Relationship Id="rId4" Type="http://schemas.openxmlformats.org/officeDocument/2006/relationships/image" Target="../media/image42.wmf"/><Relationship Id="rId9" Type="http://schemas.openxmlformats.org/officeDocument/2006/relationships/image" Target="../media/image47.wmf"/><Relationship Id="rId14" Type="http://schemas.openxmlformats.org/officeDocument/2006/relationships/image" Target="../media/image5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image" Target="../media/image72.wmf"/><Relationship Id="rId18" Type="http://schemas.openxmlformats.org/officeDocument/2006/relationships/image" Target="../media/image77.wmf"/><Relationship Id="rId3" Type="http://schemas.openxmlformats.org/officeDocument/2006/relationships/image" Target="../media/image6.wmf"/><Relationship Id="rId21" Type="http://schemas.openxmlformats.org/officeDocument/2006/relationships/image" Target="../media/image80.wmf"/><Relationship Id="rId7" Type="http://schemas.openxmlformats.org/officeDocument/2006/relationships/image" Target="../media/image66.wmf"/><Relationship Id="rId12" Type="http://schemas.openxmlformats.org/officeDocument/2006/relationships/image" Target="../media/image71.wmf"/><Relationship Id="rId17" Type="http://schemas.openxmlformats.org/officeDocument/2006/relationships/image" Target="../media/image76.wmf"/><Relationship Id="rId2" Type="http://schemas.openxmlformats.org/officeDocument/2006/relationships/image" Target="../media/image5.wmf"/><Relationship Id="rId16" Type="http://schemas.openxmlformats.org/officeDocument/2006/relationships/image" Target="../media/image75.wmf"/><Relationship Id="rId20" Type="http://schemas.openxmlformats.org/officeDocument/2006/relationships/image" Target="../media/image79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11" Type="http://schemas.openxmlformats.org/officeDocument/2006/relationships/image" Target="../media/image70.wmf"/><Relationship Id="rId5" Type="http://schemas.openxmlformats.org/officeDocument/2006/relationships/image" Target="../media/image8.wmf"/><Relationship Id="rId15" Type="http://schemas.openxmlformats.org/officeDocument/2006/relationships/image" Target="../media/image74.wmf"/><Relationship Id="rId23" Type="http://schemas.openxmlformats.org/officeDocument/2006/relationships/image" Target="../media/image82.wmf"/><Relationship Id="rId10" Type="http://schemas.openxmlformats.org/officeDocument/2006/relationships/image" Target="../media/image69.wmf"/><Relationship Id="rId19" Type="http://schemas.openxmlformats.org/officeDocument/2006/relationships/image" Target="../media/image78.wmf"/><Relationship Id="rId4" Type="http://schemas.openxmlformats.org/officeDocument/2006/relationships/image" Target="../media/image7.wmf"/><Relationship Id="rId9" Type="http://schemas.openxmlformats.org/officeDocument/2006/relationships/image" Target="../media/image68.wmf"/><Relationship Id="rId14" Type="http://schemas.openxmlformats.org/officeDocument/2006/relationships/image" Target="../media/image73.wmf"/><Relationship Id="rId22" Type="http://schemas.openxmlformats.org/officeDocument/2006/relationships/image" Target="../media/image8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image" Target="../media/image91.wmf"/><Relationship Id="rId7" Type="http://schemas.openxmlformats.org/officeDocument/2006/relationships/image" Target="../media/image95.wmf"/><Relationship Id="rId12" Type="http://schemas.openxmlformats.org/officeDocument/2006/relationships/image" Target="../media/image100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4.wmf"/><Relationship Id="rId11" Type="http://schemas.openxmlformats.org/officeDocument/2006/relationships/image" Target="../media/image99.wmf"/><Relationship Id="rId5" Type="http://schemas.openxmlformats.org/officeDocument/2006/relationships/image" Target="../media/image93.wmf"/><Relationship Id="rId10" Type="http://schemas.openxmlformats.org/officeDocument/2006/relationships/image" Target="../media/image98.wmf"/><Relationship Id="rId4" Type="http://schemas.openxmlformats.org/officeDocument/2006/relationships/image" Target="../media/image92.wmf"/><Relationship Id="rId9" Type="http://schemas.openxmlformats.org/officeDocument/2006/relationships/image" Target="../media/image97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image" Target="../media/image103.wmf"/><Relationship Id="rId7" Type="http://schemas.openxmlformats.org/officeDocument/2006/relationships/image" Target="../media/image107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Relationship Id="rId9" Type="http://schemas.openxmlformats.org/officeDocument/2006/relationships/image" Target="../media/image10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wmf"/><Relationship Id="rId1" Type="http://schemas.openxmlformats.org/officeDocument/2006/relationships/image" Target="../media/image110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13" Type="http://schemas.openxmlformats.org/officeDocument/2006/relationships/image" Target="../media/image124.wmf"/><Relationship Id="rId3" Type="http://schemas.openxmlformats.org/officeDocument/2006/relationships/image" Target="../media/image114.wmf"/><Relationship Id="rId7" Type="http://schemas.openxmlformats.org/officeDocument/2006/relationships/image" Target="../media/image118.wmf"/><Relationship Id="rId12" Type="http://schemas.openxmlformats.org/officeDocument/2006/relationships/image" Target="../media/image123.wmf"/><Relationship Id="rId17" Type="http://schemas.openxmlformats.org/officeDocument/2006/relationships/image" Target="../media/image128.wmf"/><Relationship Id="rId2" Type="http://schemas.openxmlformats.org/officeDocument/2006/relationships/image" Target="../media/image113.wmf"/><Relationship Id="rId16" Type="http://schemas.openxmlformats.org/officeDocument/2006/relationships/image" Target="../media/image127.wmf"/><Relationship Id="rId1" Type="http://schemas.openxmlformats.org/officeDocument/2006/relationships/image" Target="../media/image112.wmf"/><Relationship Id="rId6" Type="http://schemas.openxmlformats.org/officeDocument/2006/relationships/image" Target="../media/image117.wmf"/><Relationship Id="rId11" Type="http://schemas.openxmlformats.org/officeDocument/2006/relationships/image" Target="../media/image122.wmf"/><Relationship Id="rId5" Type="http://schemas.openxmlformats.org/officeDocument/2006/relationships/image" Target="../media/image116.wmf"/><Relationship Id="rId15" Type="http://schemas.openxmlformats.org/officeDocument/2006/relationships/image" Target="../media/image126.wmf"/><Relationship Id="rId10" Type="http://schemas.openxmlformats.org/officeDocument/2006/relationships/image" Target="../media/image121.wmf"/><Relationship Id="rId4" Type="http://schemas.openxmlformats.org/officeDocument/2006/relationships/image" Target="../media/image115.wmf"/><Relationship Id="rId9" Type="http://schemas.openxmlformats.org/officeDocument/2006/relationships/image" Target="../media/image120.wmf"/><Relationship Id="rId14" Type="http://schemas.openxmlformats.org/officeDocument/2006/relationships/image" Target="../media/image125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image" Target="../media/image141.wmf"/><Relationship Id="rId3" Type="http://schemas.openxmlformats.org/officeDocument/2006/relationships/image" Target="../media/image131.wmf"/><Relationship Id="rId7" Type="http://schemas.openxmlformats.org/officeDocument/2006/relationships/image" Target="../media/image135.wmf"/><Relationship Id="rId12" Type="http://schemas.openxmlformats.org/officeDocument/2006/relationships/image" Target="../media/image140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6" Type="http://schemas.openxmlformats.org/officeDocument/2006/relationships/image" Target="../media/image134.wmf"/><Relationship Id="rId11" Type="http://schemas.openxmlformats.org/officeDocument/2006/relationships/image" Target="../media/image139.wmf"/><Relationship Id="rId5" Type="http://schemas.openxmlformats.org/officeDocument/2006/relationships/image" Target="../media/image133.wmf"/><Relationship Id="rId10" Type="http://schemas.openxmlformats.org/officeDocument/2006/relationships/image" Target="../media/image138.wmf"/><Relationship Id="rId4" Type="http://schemas.openxmlformats.org/officeDocument/2006/relationships/image" Target="../media/image132.wmf"/><Relationship Id="rId9" Type="http://schemas.openxmlformats.org/officeDocument/2006/relationships/image" Target="../media/image137.wmf"/><Relationship Id="rId14" Type="http://schemas.openxmlformats.org/officeDocument/2006/relationships/image" Target="../media/image142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3" Type="http://schemas.openxmlformats.org/officeDocument/2006/relationships/image" Target="../media/image145.wmf"/><Relationship Id="rId7" Type="http://schemas.openxmlformats.org/officeDocument/2006/relationships/image" Target="../media/image149.wmf"/><Relationship Id="rId12" Type="http://schemas.openxmlformats.org/officeDocument/2006/relationships/image" Target="../media/image154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Relationship Id="rId6" Type="http://schemas.openxmlformats.org/officeDocument/2006/relationships/image" Target="../media/image148.wmf"/><Relationship Id="rId11" Type="http://schemas.openxmlformats.org/officeDocument/2006/relationships/image" Target="../media/image153.wmf"/><Relationship Id="rId5" Type="http://schemas.openxmlformats.org/officeDocument/2006/relationships/image" Target="../media/image147.wmf"/><Relationship Id="rId10" Type="http://schemas.openxmlformats.org/officeDocument/2006/relationships/image" Target="../media/image152.wmf"/><Relationship Id="rId4" Type="http://schemas.openxmlformats.org/officeDocument/2006/relationships/image" Target="../media/image146.wmf"/><Relationship Id="rId9" Type="http://schemas.openxmlformats.org/officeDocument/2006/relationships/image" Target="../media/image15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DB9BA-5F9F-4EDD-B5B3-642C90EA076B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79FC3-727D-4EBB-A536-8114D2F48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521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45D57D-5FC1-4EAC-A27D-1CC36151841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920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79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324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375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206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734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946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803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200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692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41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190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189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6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29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1.wmf"/><Relationship Id="rId18" Type="http://schemas.openxmlformats.org/officeDocument/2006/relationships/oleObject" Target="../embeddings/oleObject24.bin"/><Relationship Id="rId26" Type="http://schemas.openxmlformats.org/officeDocument/2006/relationships/oleObject" Target="../embeddings/oleObject28.bin"/><Relationship Id="rId39" Type="http://schemas.openxmlformats.org/officeDocument/2006/relationships/image" Target="../media/image34.wmf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25.wmf"/><Relationship Id="rId34" Type="http://schemas.openxmlformats.org/officeDocument/2006/relationships/oleObject" Target="../embeddings/oleObject32.bin"/><Relationship Id="rId42" Type="http://schemas.openxmlformats.org/officeDocument/2006/relationships/oleObject" Target="../embeddings/oleObject36.bin"/><Relationship Id="rId47" Type="http://schemas.openxmlformats.org/officeDocument/2006/relationships/image" Target="../media/image38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23.wmf"/><Relationship Id="rId25" Type="http://schemas.openxmlformats.org/officeDocument/2006/relationships/image" Target="../media/image27.wmf"/><Relationship Id="rId33" Type="http://schemas.openxmlformats.org/officeDocument/2006/relationships/image" Target="../media/image31.wmf"/><Relationship Id="rId38" Type="http://schemas.openxmlformats.org/officeDocument/2006/relationships/oleObject" Target="../embeddings/oleObject34.bin"/><Relationship Id="rId46" Type="http://schemas.openxmlformats.org/officeDocument/2006/relationships/oleObject" Target="../embeddings/oleObject38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3.bin"/><Relationship Id="rId20" Type="http://schemas.openxmlformats.org/officeDocument/2006/relationships/oleObject" Target="../embeddings/oleObject25.bin"/><Relationship Id="rId29" Type="http://schemas.openxmlformats.org/officeDocument/2006/relationships/image" Target="../media/image29.wmf"/><Relationship Id="rId41" Type="http://schemas.openxmlformats.org/officeDocument/2006/relationships/image" Target="../media/image35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0.wmf"/><Relationship Id="rId24" Type="http://schemas.openxmlformats.org/officeDocument/2006/relationships/oleObject" Target="../embeddings/oleObject27.bin"/><Relationship Id="rId32" Type="http://schemas.openxmlformats.org/officeDocument/2006/relationships/oleObject" Target="../embeddings/oleObject31.bin"/><Relationship Id="rId37" Type="http://schemas.openxmlformats.org/officeDocument/2006/relationships/image" Target="../media/image33.wmf"/><Relationship Id="rId40" Type="http://schemas.openxmlformats.org/officeDocument/2006/relationships/oleObject" Target="../embeddings/oleObject35.bin"/><Relationship Id="rId45" Type="http://schemas.openxmlformats.org/officeDocument/2006/relationships/image" Target="../media/image37.wmf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23" Type="http://schemas.openxmlformats.org/officeDocument/2006/relationships/image" Target="../media/image26.wmf"/><Relationship Id="rId28" Type="http://schemas.openxmlformats.org/officeDocument/2006/relationships/oleObject" Target="../embeddings/oleObject29.bin"/><Relationship Id="rId36" Type="http://schemas.openxmlformats.org/officeDocument/2006/relationships/oleObject" Target="../embeddings/oleObject33.bin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24.wmf"/><Relationship Id="rId31" Type="http://schemas.openxmlformats.org/officeDocument/2006/relationships/image" Target="../media/image30.wmf"/><Relationship Id="rId44" Type="http://schemas.openxmlformats.org/officeDocument/2006/relationships/oleObject" Target="../embeddings/oleObject37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22.bin"/><Relationship Id="rId22" Type="http://schemas.openxmlformats.org/officeDocument/2006/relationships/oleObject" Target="../embeddings/oleObject26.bin"/><Relationship Id="rId27" Type="http://schemas.openxmlformats.org/officeDocument/2006/relationships/image" Target="../media/image28.wmf"/><Relationship Id="rId30" Type="http://schemas.openxmlformats.org/officeDocument/2006/relationships/oleObject" Target="../embeddings/oleObject30.bin"/><Relationship Id="rId35" Type="http://schemas.openxmlformats.org/officeDocument/2006/relationships/image" Target="../media/image32.wmf"/><Relationship Id="rId43" Type="http://schemas.openxmlformats.org/officeDocument/2006/relationships/image" Target="../media/image3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44.bin"/><Relationship Id="rId18" Type="http://schemas.openxmlformats.org/officeDocument/2006/relationships/image" Target="../media/image46.wmf"/><Relationship Id="rId26" Type="http://schemas.openxmlformats.org/officeDocument/2006/relationships/image" Target="../media/image50.wmf"/><Relationship Id="rId39" Type="http://schemas.openxmlformats.org/officeDocument/2006/relationships/oleObject" Target="../embeddings/oleObject57.bin"/><Relationship Id="rId3" Type="http://schemas.openxmlformats.org/officeDocument/2006/relationships/oleObject" Target="../embeddings/oleObject39.bin"/><Relationship Id="rId21" Type="http://schemas.openxmlformats.org/officeDocument/2006/relationships/oleObject" Target="../embeddings/oleObject48.bin"/><Relationship Id="rId34" Type="http://schemas.openxmlformats.org/officeDocument/2006/relationships/image" Target="../media/image54.wmf"/><Relationship Id="rId42" Type="http://schemas.openxmlformats.org/officeDocument/2006/relationships/image" Target="../media/image58.wmf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46.bin"/><Relationship Id="rId25" Type="http://schemas.openxmlformats.org/officeDocument/2006/relationships/oleObject" Target="../embeddings/oleObject50.bin"/><Relationship Id="rId33" Type="http://schemas.openxmlformats.org/officeDocument/2006/relationships/oleObject" Target="../embeddings/oleObject54.bin"/><Relationship Id="rId38" Type="http://schemas.openxmlformats.org/officeDocument/2006/relationships/image" Target="../media/image56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5.wmf"/><Relationship Id="rId20" Type="http://schemas.openxmlformats.org/officeDocument/2006/relationships/image" Target="../media/image47.wmf"/><Relationship Id="rId29" Type="http://schemas.openxmlformats.org/officeDocument/2006/relationships/oleObject" Target="../embeddings/oleObject52.bin"/><Relationship Id="rId41" Type="http://schemas.openxmlformats.org/officeDocument/2006/relationships/oleObject" Target="../embeddings/oleObject58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43.bin"/><Relationship Id="rId24" Type="http://schemas.openxmlformats.org/officeDocument/2006/relationships/image" Target="../media/image49.wmf"/><Relationship Id="rId32" Type="http://schemas.openxmlformats.org/officeDocument/2006/relationships/image" Target="../media/image53.wmf"/><Relationship Id="rId37" Type="http://schemas.openxmlformats.org/officeDocument/2006/relationships/oleObject" Target="../embeddings/oleObject56.bin"/><Relationship Id="rId40" Type="http://schemas.openxmlformats.org/officeDocument/2006/relationships/image" Target="../media/image57.wmf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23" Type="http://schemas.openxmlformats.org/officeDocument/2006/relationships/oleObject" Target="../embeddings/oleObject49.bin"/><Relationship Id="rId28" Type="http://schemas.openxmlformats.org/officeDocument/2006/relationships/image" Target="../media/image51.wmf"/><Relationship Id="rId36" Type="http://schemas.openxmlformats.org/officeDocument/2006/relationships/image" Target="../media/image55.wmf"/><Relationship Id="rId10" Type="http://schemas.openxmlformats.org/officeDocument/2006/relationships/image" Target="../media/image42.wmf"/><Relationship Id="rId19" Type="http://schemas.openxmlformats.org/officeDocument/2006/relationships/oleObject" Target="../embeddings/oleObject47.bin"/><Relationship Id="rId31" Type="http://schemas.openxmlformats.org/officeDocument/2006/relationships/oleObject" Target="../embeddings/oleObject53.bin"/><Relationship Id="rId44" Type="http://schemas.openxmlformats.org/officeDocument/2006/relationships/image" Target="../media/image59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4.wmf"/><Relationship Id="rId22" Type="http://schemas.openxmlformats.org/officeDocument/2006/relationships/image" Target="../media/image48.wmf"/><Relationship Id="rId27" Type="http://schemas.openxmlformats.org/officeDocument/2006/relationships/oleObject" Target="../embeddings/oleObject51.bin"/><Relationship Id="rId30" Type="http://schemas.openxmlformats.org/officeDocument/2006/relationships/image" Target="../media/image52.wmf"/><Relationship Id="rId35" Type="http://schemas.openxmlformats.org/officeDocument/2006/relationships/oleObject" Target="../embeddings/oleObject55.bin"/><Relationship Id="rId43" Type="http://schemas.openxmlformats.org/officeDocument/2006/relationships/oleObject" Target="../embeddings/oleObject5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65.bin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65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67.wmf"/><Relationship Id="rId26" Type="http://schemas.openxmlformats.org/officeDocument/2006/relationships/image" Target="../media/image71.wmf"/><Relationship Id="rId39" Type="http://schemas.openxmlformats.org/officeDocument/2006/relationships/oleObject" Target="../embeddings/oleObject78.bin"/><Relationship Id="rId3" Type="http://schemas.openxmlformats.org/officeDocument/2006/relationships/oleObject" Target="../embeddings/oleObject4.bin"/><Relationship Id="rId21" Type="http://schemas.openxmlformats.org/officeDocument/2006/relationships/oleObject" Target="../embeddings/oleObject69.bin"/><Relationship Id="rId34" Type="http://schemas.openxmlformats.org/officeDocument/2006/relationships/image" Target="../media/image75.wmf"/><Relationship Id="rId42" Type="http://schemas.openxmlformats.org/officeDocument/2006/relationships/image" Target="../media/image79.wmf"/><Relationship Id="rId47" Type="http://schemas.openxmlformats.org/officeDocument/2006/relationships/oleObject" Target="../embeddings/oleObject82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67.bin"/><Relationship Id="rId25" Type="http://schemas.openxmlformats.org/officeDocument/2006/relationships/oleObject" Target="../embeddings/oleObject71.bin"/><Relationship Id="rId33" Type="http://schemas.openxmlformats.org/officeDocument/2006/relationships/oleObject" Target="../embeddings/oleObject75.bin"/><Relationship Id="rId38" Type="http://schemas.openxmlformats.org/officeDocument/2006/relationships/image" Target="../media/image77.wmf"/><Relationship Id="rId46" Type="http://schemas.openxmlformats.org/officeDocument/2006/relationships/image" Target="../media/image81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6.wmf"/><Relationship Id="rId20" Type="http://schemas.openxmlformats.org/officeDocument/2006/relationships/image" Target="../media/image68.wmf"/><Relationship Id="rId29" Type="http://schemas.openxmlformats.org/officeDocument/2006/relationships/oleObject" Target="../embeddings/oleObject73.bin"/><Relationship Id="rId41" Type="http://schemas.openxmlformats.org/officeDocument/2006/relationships/oleObject" Target="../embeddings/oleObject79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8.bin"/><Relationship Id="rId24" Type="http://schemas.openxmlformats.org/officeDocument/2006/relationships/image" Target="../media/image70.wmf"/><Relationship Id="rId32" Type="http://schemas.openxmlformats.org/officeDocument/2006/relationships/image" Target="../media/image74.wmf"/><Relationship Id="rId37" Type="http://schemas.openxmlformats.org/officeDocument/2006/relationships/oleObject" Target="../embeddings/oleObject77.bin"/><Relationship Id="rId40" Type="http://schemas.openxmlformats.org/officeDocument/2006/relationships/image" Target="../media/image78.wmf"/><Relationship Id="rId45" Type="http://schemas.openxmlformats.org/officeDocument/2006/relationships/oleObject" Target="../embeddings/oleObject81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66.bin"/><Relationship Id="rId23" Type="http://schemas.openxmlformats.org/officeDocument/2006/relationships/oleObject" Target="../embeddings/oleObject70.bin"/><Relationship Id="rId28" Type="http://schemas.openxmlformats.org/officeDocument/2006/relationships/image" Target="../media/image72.wmf"/><Relationship Id="rId36" Type="http://schemas.openxmlformats.org/officeDocument/2006/relationships/image" Target="../media/image76.wmf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68.bin"/><Relationship Id="rId31" Type="http://schemas.openxmlformats.org/officeDocument/2006/relationships/oleObject" Target="../embeddings/oleObject74.bin"/><Relationship Id="rId44" Type="http://schemas.openxmlformats.org/officeDocument/2006/relationships/image" Target="../media/image80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9.wmf"/><Relationship Id="rId22" Type="http://schemas.openxmlformats.org/officeDocument/2006/relationships/image" Target="../media/image69.wmf"/><Relationship Id="rId27" Type="http://schemas.openxmlformats.org/officeDocument/2006/relationships/oleObject" Target="../embeddings/oleObject72.bin"/><Relationship Id="rId30" Type="http://schemas.openxmlformats.org/officeDocument/2006/relationships/image" Target="../media/image73.wmf"/><Relationship Id="rId35" Type="http://schemas.openxmlformats.org/officeDocument/2006/relationships/oleObject" Target="../embeddings/oleObject76.bin"/><Relationship Id="rId43" Type="http://schemas.openxmlformats.org/officeDocument/2006/relationships/oleObject" Target="../embeddings/oleObject80.bin"/><Relationship Id="rId48" Type="http://schemas.openxmlformats.org/officeDocument/2006/relationships/image" Target="../media/image8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88.bin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87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87.bin"/><Relationship Id="rId5" Type="http://schemas.openxmlformats.org/officeDocument/2006/relationships/oleObject" Target="../embeddings/oleObject84.bin"/><Relationship Id="rId10" Type="http://schemas.openxmlformats.org/officeDocument/2006/relationships/image" Target="../media/image86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86.bin"/><Relationship Id="rId14" Type="http://schemas.openxmlformats.org/officeDocument/2006/relationships/image" Target="../media/image8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oleObject" Target="../embeddings/oleObject94.bin"/><Relationship Id="rId18" Type="http://schemas.openxmlformats.org/officeDocument/2006/relationships/image" Target="../media/image96.wmf"/><Relationship Id="rId26" Type="http://schemas.openxmlformats.org/officeDocument/2006/relationships/image" Target="../media/image100.wmf"/><Relationship Id="rId3" Type="http://schemas.openxmlformats.org/officeDocument/2006/relationships/oleObject" Target="../embeddings/oleObject89.bin"/><Relationship Id="rId21" Type="http://schemas.openxmlformats.org/officeDocument/2006/relationships/oleObject" Target="../embeddings/oleObject98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93.wmf"/><Relationship Id="rId17" Type="http://schemas.openxmlformats.org/officeDocument/2006/relationships/oleObject" Target="../embeddings/oleObject96.bin"/><Relationship Id="rId25" Type="http://schemas.openxmlformats.org/officeDocument/2006/relationships/oleObject" Target="../embeddings/oleObject100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95.wmf"/><Relationship Id="rId20" Type="http://schemas.openxmlformats.org/officeDocument/2006/relationships/image" Target="../media/image97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93.bin"/><Relationship Id="rId24" Type="http://schemas.openxmlformats.org/officeDocument/2006/relationships/image" Target="../media/image99.wmf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5.bin"/><Relationship Id="rId23" Type="http://schemas.openxmlformats.org/officeDocument/2006/relationships/oleObject" Target="../embeddings/oleObject99.bin"/><Relationship Id="rId10" Type="http://schemas.openxmlformats.org/officeDocument/2006/relationships/image" Target="../media/image92.wmf"/><Relationship Id="rId19" Type="http://schemas.openxmlformats.org/officeDocument/2006/relationships/oleObject" Target="../embeddings/oleObject97.bin"/><Relationship Id="rId4" Type="http://schemas.openxmlformats.org/officeDocument/2006/relationships/image" Target="../media/image89.w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94.wmf"/><Relationship Id="rId22" Type="http://schemas.openxmlformats.org/officeDocument/2006/relationships/image" Target="../media/image9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108.w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05.wmf"/><Relationship Id="rId17" Type="http://schemas.openxmlformats.org/officeDocument/2006/relationships/oleObject" Target="../embeddings/oleObject108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07.wmf"/><Relationship Id="rId20" Type="http://schemas.openxmlformats.org/officeDocument/2006/relationships/image" Target="../media/image109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10" Type="http://schemas.openxmlformats.org/officeDocument/2006/relationships/image" Target="../media/image104.wmf"/><Relationship Id="rId19" Type="http://schemas.openxmlformats.org/officeDocument/2006/relationships/oleObject" Target="../embeddings/oleObject109.bin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0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110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oleObject" Target="../embeddings/oleObject117.bin"/><Relationship Id="rId18" Type="http://schemas.openxmlformats.org/officeDocument/2006/relationships/image" Target="../media/image119.wmf"/><Relationship Id="rId26" Type="http://schemas.openxmlformats.org/officeDocument/2006/relationships/image" Target="../media/image123.wmf"/><Relationship Id="rId3" Type="http://schemas.openxmlformats.org/officeDocument/2006/relationships/oleObject" Target="../embeddings/oleObject112.bin"/><Relationship Id="rId21" Type="http://schemas.openxmlformats.org/officeDocument/2006/relationships/oleObject" Target="../embeddings/oleObject121.bin"/><Relationship Id="rId34" Type="http://schemas.openxmlformats.org/officeDocument/2006/relationships/image" Target="../media/image127.wmf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116.wmf"/><Relationship Id="rId17" Type="http://schemas.openxmlformats.org/officeDocument/2006/relationships/oleObject" Target="../embeddings/oleObject119.bin"/><Relationship Id="rId25" Type="http://schemas.openxmlformats.org/officeDocument/2006/relationships/oleObject" Target="../embeddings/oleObject123.bin"/><Relationship Id="rId33" Type="http://schemas.openxmlformats.org/officeDocument/2006/relationships/oleObject" Target="../embeddings/oleObject127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18.wmf"/><Relationship Id="rId20" Type="http://schemas.openxmlformats.org/officeDocument/2006/relationships/image" Target="../media/image120.wmf"/><Relationship Id="rId29" Type="http://schemas.openxmlformats.org/officeDocument/2006/relationships/oleObject" Target="../embeddings/oleObject125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13.wmf"/><Relationship Id="rId11" Type="http://schemas.openxmlformats.org/officeDocument/2006/relationships/oleObject" Target="../embeddings/oleObject116.bin"/><Relationship Id="rId24" Type="http://schemas.openxmlformats.org/officeDocument/2006/relationships/image" Target="../media/image122.wmf"/><Relationship Id="rId32" Type="http://schemas.openxmlformats.org/officeDocument/2006/relationships/image" Target="../media/image126.wmf"/><Relationship Id="rId5" Type="http://schemas.openxmlformats.org/officeDocument/2006/relationships/oleObject" Target="../embeddings/oleObject113.bin"/><Relationship Id="rId15" Type="http://schemas.openxmlformats.org/officeDocument/2006/relationships/oleObject" Target="../embeddings/oleObject118.bin"/><Relationship Id="rId23" Type="http://schemas.openxmlformats.org/officeDocument/2006/relationships/oleObject" Target="../embeddings/oleObject122.bin"/><Relationship Id="rId28" Type="http://schemas.openxmlformats.org/officeDocument/2006/relationships/image" Target="../media/image124.wmf"/><Relationship Id="rId36" Type="http://schemas.openxmlformats.org/officeDocument/2006/relationships/image" Target="../media/image128.wmf"/><Relationship Id="rId10" Type="http://schemas.openxmlformats.org/officeDocument/2006/relationships/image" Target="../media/image115.wmf"/><Relationship Id="rId19" Type="http://schemas.openxmlformats.org/officeDocument/2006/relationships/oleObject" Target="../embeddings/oleObject120.bin"/><Relationship Id="rId31" Type="http://schemas.openxmlformats.org/officeDocument/2006/relationships/oleObject" Target="../embeddings/oleObject126.bin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117.wmf"/><Relationship Id="rId22" Type="http://schemas.openxmlformats.org/officeDocument/2006/relationships/image" Target="../media/image121.wmf"/><Relationship Id="rId27" Type="http://schemas.openxmlformats.org/officeDocument/2006/relationships/oleObject" Target="../embeddings/oleObject124.bin"/><Relationship Id="rId30" Type="http://schemas.openxmlformats.org/officeDocument/2006/relationships/image" Target="../media/image125.wmf"/><Relationship Id="rId35" Type="http://schemas.openxmlformats.org/officeDocument/2006/relationships/oleObject" Target="../embeddings/oleObject12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oleObject" Target="../embeddings/oleObject134.bin"/><Relationship Id="rId18" Type="http://schemas.openxmlformats.org/officeDocument/2006/relationships/oleObject" Target="../embeddings/oleObject137.bin"/><Relationship Id="rId26" Type="http://schemas.openxmlformats.org/officeDocument/2006/relationships/oleObject" Target="../embeddings/oleObject141.bin"/><Relationship Id="rId3" Type="http://schemas.openxmlformats.org/officeDocument/2006/relationships/oleObject" Target="../embeddings/oleObject129.bin"/><Relationship Id="rId21" Type="http://schemas.openxmlformats.org/officeDocument/2006/relationships/image" Target="../media/image137.wmf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133.wmf"/><Relationship Id="rId17" Type="http://schemas.openxmlformats.org/officeDocument/2006/relationships/image" Target="../media/image135.wmf"/><Relationship Id="rId25" Type="http://schemas.openxmlformats.org/officeDocument/2006/relationships/image" Target="../media/image139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36.bin"/><Relationship Id="rId20" Type="http://schemas.openxmlformats.org/officeDocument/2006/relationships/oleObject" Target="../embeddings/oleObject138.bin"/><Relationship Id="rId29" Type="http://schemas.openxmlformats.org/officeDocument/2006/relationships/image" Target="../media/image141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33.bin"/><Relationship Id="rId24" Type="http://schemas.openxmlformats.org/officeDocument/2006/relationships/oleObject" Target="../embeddings/oleObject140.bin"/><Relationship Id="rId5" Type="http://schemas.openxmlformats.org/officeDocument/2006/relationships/oleObject" Target="../embeddings/oleObject130.bin"/><Relationship Id="rId15" Type="http://schemas.openxmlformats.org/officeDocument/2006/relationships/image" Target="../media/image134.wmf"/><Relationship Id="rId23" Type="http://schemas.openxmlformats.org/officeDocument/2006/relationships/image" Target="../media/image138.wmf"/><Relationship Id="rId28" Type="http://schemas.openxmlformats.org/officeDocument/2006/relationships/oleObject" Target="../embeddings/oleObject142.bin"/><Relationship Id="rId10" Type="http://schemas.openxmlformats.org/officeDocument/2006/relationships/image" Target="../media/image132.wmf"/><Relationship Id="rId19" Type="http://schemas.openxmlformats.org/officeDocument/2006/relationships/image" Target="../media/image136.wmf"/><Relationship Id="rId31" Type="http://schemas.openxmlformats.org/officeDocument/2006/relationships/image" Target="../media/image142.wmf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32.bin"/><Relationship Id="rId14" Type="http://schemas.openxmlformats.org/officeDocument/2006/relationships/oleObject" Target="../embeddings/oleObject135.bin"/><Relationship Id="rId22" Type="http://schemas.openxmlformats.org/officeDocument/2006/relationships/oleObject" Target="../embeddings/oleObject139.bin"/><Relationship Id="rId27" Type="http://schemas.openxmlformats.org/officeDocument/2006/relationships/image" Target="../media/image140.wmf"/><Relationship Id="rId30" Type="http://schemas.openxmlformats.org/officeDocument/2006/relationships/oleObject" Target="../embeddings/oleObject14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13" Type="http://schemas.openxmlformats.org/officeDocument/2006/relationships/oleObject" Target="../embeddings/oleObject149.bin"/><Relationship Id="rId18" Type="http://schemas.openxmlformats.org/officeDocument/2006/relationships/image" Target="../media/image150.wmf"/><Relationship Id="rId26" Type="http://schemas.openxmlformats.org/officeDocument/2006/relationships/image" Target="../media/image154.wmf"/><Relationship Id="rId3" Type="http://schemas.openxmlformats.org/officeDocument/2006/relationships/oleObject" Target="../embeddings/oleObject144.bin"/><Relationship Id="rId21" Type="http://schemas.openxmlformats.org/officeDocument/2006/relationships/oleObject" Target="../embeddings/oleObject153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47.wmf"/><Relationship Id="rId17" Type="http://schemas.openxmlformats.org/officeDocument/2006/relationships/oleObject" Target="../embeddings/oleObject151.bin"/><Relationship Id="rId25" Type="http://schemas.openxmlformats.org/officeDocument/2006/relationships/oleObject" Target="../embeddings/oleObject15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49.wmf"/><Relationship Id="rId20" Type="http://schemas.openxmlformats.org/officeDocument/2006/relationships/image" Target="../media/image151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44.wmf"/><Relationship Id="rId11" Type="http://schemas.openxmlformats.org/officeDocument/2006/relationships/oleObject" Target="../embeddings/oleObject148.bin"/><Relationship Id="rId24" Type="http://schemas.openxmlformats.org/officeDocument/2006/relationships/image" Target="../media/image153.wmf"/><Relationship Id="rId5" Type="http://schemas.openxmlformats.org/officeDocument/2006/relationships/oleObject" Target="../embeddings/oleObject145.bin"/><Relationship Id="rId15" Type="http://schemas.openxmlformats.org/officeDocument/2006/relationships/oleObject" Target="../embeddings/oleObject150.bin"/><Relationship Id="rId23" Type="http://schemas.openxmlformats.org/officeDocument/2006/relationships/oleObject" Target="../embeddings/oleObject154.bin"/><Relationship Id="rId10" Type="http://schemas.openxmlformats.org/officeDocument/2006/relationships/image" Target="../media/image146.wmf"/><Relationship Id="rId19" Type="http://schemas.openxmlformats.org/officeDocument/2006/relationships/oleObject" Target="../embeddings/oleObject152.bin"/><Relationship Id="rId4" Type="http://schemas.openxmlformats.org/officeDocument/2006/relationships/image" Target="../media/image143.w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48.wmf"/><Relationship Id="rId22" Type="http://schemas.openxmlformats.org/officeDocument/2006/relationships/image" Target="../media/image15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B926A-6C18-443A-B63A-80D19A8FC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49857" y="1395454"/>
            <a:ext cx="9144000" cy="1108669"/>
          </a:xfrm>
        </p:spPr>
        <p:txBody>
          <a:bodyPr>
            <a:normAutofit/>
          </a:bodyPr>
          <a:lstStyle/>
          <a:p>
            <a:r>
              <a:rPr lang="zh-CN" altLang="en-US" sz="5400" b="1" dirty="0"/>
              <a:t>补充一：张量代数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1034B5CE-A56B-4100-B1CA-DD6AA78C150C}"/>
              </a:ext>
            </a:extLst>
          </p:cNvPr>
          <p:cNvSpPr txBox="1">
            <a:spLocks/>
          </p:cNvSpPr>
          <p:nvPr/>
        </p:nvSpPr>
        <p:spPr>
          <a:xfrm>
            <a:off x="2029435" y="3051659"/>
            <a:ext cx="4620507" cy="223993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l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+mj-ea"/>
              </a:rPr>
              <a:t>张量的指标表示</a:t>
            </a:r>
            <a:endParaRPr lang="en-US" altLang="zh-CN" b="1" dirty="0">
              <a:latin typeface="+mj-ea"/>
            </a:endParaRPr>
          </a:p>
          <a:p>
            <a:pPr marL="857250" indent="-857250" algn="l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+mj-ea"/>
              </a:rPr>
              <a:t>向量乘法与指标运算</a:t>
            </a:r>
            <a:endParaRPr lang="en-US" altLang="zh-CN" b="1" dirty="0">
              <a:latin typeface="+mj-ea"/>
            </a:endParaRPr>
          </a:p>
          <a:p>
            <a:pPr marL="857250" indent="-857250" algn="l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+mj-ea"/>
              </a:rPr>
              <a:t>张量的坐标不变性</a:t>
            </a:r>
          </a:p>
        </p:txBody>
      </p:sp>
    </p:spTree>
    <p:extLst>
      <p:ext uri="{BB962C8B-B14F-4D97-AF65-F5344CB8AC3E}">
        <p14:creationId xmlns:p14="http://schemas.microsoft.com/office/powerpoint/2010/main" val="2231849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39DF7-227A-4ACC-825D-095DB2BA1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707" y="2650573"/>
            <a:ext cx="4387234" cy="1349929"/>
          </a:xfrm>
        </p:spPr>
        <p:txBody>
          <a:bodyPr>
            <a:normAutofit/>
          </a:bodyPr>
          <a:lstStyle/>
          <a:p>
            <a:r>
              <a:rPr lang="zh-CN" altLang="en-US" b="1" dirty="0"/>
              <a:t>  张量的指标表示</a:t>
            </a:r>
          </a:p>
        </p:txBody>
      </p:sp>
    </p:spTree>
    <p:extLst>
      <p:ext uri="{BB962C8B-B14F-4D97-AF65-F5344CB8AC3E}">
        <p14:creationId xmlns:p14="http://schemas.microsoft.com/office/powerpoint/2010/main" val="439697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8A76BE1A-764B-4B6E-BEA0-8BDC924E1A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73136" y="6533"/>
            <a:ext cx="1936734" cy="1325563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楷体_GB2312"/>
              </a:rPr>
              <a:t>物理量</a:t>
            </a:r>
          </a:p>
        </p:txBody>
      </p:sp>
      <p:sp>
        <p:nvSpPr>
          <p:cNvPr id="31" name="Text Box 17">
            <a:extLst>
              <a:ext uri="{FF2B5EF4-FFF2-40B4-BE49-F238E27FC236}">
                <a16:creationId xmlns:a16="http://schemas.microsoft.com/office/drawing/2014/main" id="{85D462A0-5264-4ED3-A772-E4911469D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2627" y="1243122"/>
            <a:ext cx="9028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标量</a:t>
            </a:r>
          </a:p>
        </p:txBody>
      </p:sp>
      <p:sp>
        <p:nvSpPr>
          <p:cNvPr id="32" name="Text Box 17">
            <a:extLst>
              <a:ext uri="{FF2B5EF4-FFF2-40B4-BE49-F238E27FC236}">
                <a16:creationId xmlns:a16="http://schemas.microsoft.com/office/drawing/2014/main" id="{9F0356E6-E807-4130-A7F2-72FA300E2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6183" y="2535218"/>
            <a:ext cx="9028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向量</a:t>
            </a:r>
          </a:p>
        </p:txBody>
      </p:sp>
      <p:sp>
        <p:nvSpPr>
          <p:cNvPr id="33" name="Text Box 17">
            <a:extLst>
              <a:ext uri="{FF2B5EF4-FFF2-40B4-BE49-F238E27FC236}">
                <a16:creationId xmlns:a16="http://schemas.microsoft.com/office/drawing/2014/main" id="{7B175DF7-3657-42D8-8B0D-31148148F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6183" y="4064131"/>
            <a:ext cx="9028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张量</a:t>
            </a:r>
          </a:p>
        </p:txBody>
      </p:sp>
      <p:sp>
        <p:nvSpPr>
          <p:cNvPr id="34" name="Text Box 17">
            <a:extLst>
              <a:ext uri="{FF2B5EF4-FFF2-40B4-BE49-F238E27FC236}">
                <a16:creationId xmlns:a16="http://schemas.microsoft.com/office/drawing/2014/main" id="{13F37104-8C99-4046-A30C-4ED9A88C5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9870" y="1243122"/>
            <a:ext cx="24384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温度、密度 </a:t>
            </a:r>
            <a:r>
              <a:rPr lang="en-US" altLang="zh-CN" sz="28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…</a:t>
            </a:r>
            <a:endParaRPr lang="zh-CN" altLang="en-US" sz="2800" b="1" dirty="0">
              <a:solidFill>
                <a:schemeClr val="tx2"/>
              </a:solidFill>
              <a:ea typeface="等线" panose="02010600030101010101" pitchFamily="2" charset="-122"/>
              <a:cs typeface="楷体_GB2312"/>
            </a:endParaRPr>
          </a:p>
        </p:txBody>
      </p:sp>
      <p:sp>
        <p:nvSpPr>
          <p:cNvPr id="35" name="Text Box 17">
            <a:extLst>
              <a:ext uri="{FF2B5EF4-FFF2-40B4-BE49-F238E27FC236}">
                <a16:creationId xmlns:a16="http://schemas.microsoft.com/office/drawing/2014/main" id="{EC6A141A-F86F-4468-BDC2-86063AB1F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5823" y="2518604"/>
            <a:ext cx="315663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力、位移、速度 </a:t>
            </a:r>
            <a:r>
              <a:rPr lang="en-US" altLang="zh-CN" sz="28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…</a:t>
            </a:r>
            <a:endParaRPr lang="zh-CN" altLang="en-US" sz="2800" b="1" dirty="0">
              <a:solidFill>
                <a:schemeClr val="tx2"/>
              </a:solidFill>
              <a:ea typeface="等线" panose="02010600030101010101" pitchFamily="2" charset="-122"/>
              <a:cs typeface="楷体_GB2312"/>
            </a:endParaRPr>
          </a:p>
        </p:txBody>
      </p:sp>
      <p:sp>
        <p:nvSpPr>
          <p:cNvPr id="36" name="Text Box 17">
            <a:extLst>
              <a:ext uri="{FF2B5EF4-FFF2-40B4-BE49-F238E27FC236}">
                <a16:creationId xmlns:a16="http://schemas.microsoft.com/office/drawing/2014/main" id="{4B909A75-F6E7-4395-B239-FEB433B36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3880" y="4055742"/>
            <a:ext cx="19800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应力、应变</a:t>
            </a:r>
          </a:p>
        </p:txBody>
      </p:sp>
      <p:sp>
        <p:nvSpPr>
          <p:cNvPr id="37" name="Text Box 17">
            <a:extLst>
              <a:ext uri="{FF2B5EF4-FFF2-40B4-BE49-F238E27FC236}">
                <a16:creationId xmlns:a16="http://schemas.microsoft.com/office/drawing/2014/main" id="{77451241-AF15-4FD5-84D5-5A876B771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4191" y="6337312"/>
            <a:ext cx="38956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客观存在性</a:t>
            </a:r>
            <a:r>
              <a:rPr lang="en-US" altLang="zh-CN" sz="2800" b="1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-</a:t>
            </a:r>
            <a:r>
              <a:rPr lang="zh-CN" altLang="en-US" sz="2800" b="1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坐标无关性</a:t>
            </a:r>
          </a:p>
        </p:txBody>
      </p:sp>
      <p:sp>
        <p:nvSpPr>
          <p:cNvPr id="39" name="立方体 38">
            <a:extLst>
              <a:ext uri="{FF2B5EF4-FFF2-40B4-BE49-F238E27FC236}">
                <a16:creationId xmlns:a16="http://schemas.microsoft.com/office/drawing/2014/main" id="{7F425205-15EA-4E2C-BBB6-3713CBB51750}"/>
              </a:ext>
            </a:extLst>
          </p:cNvPr>
          <p:cNvSpPr/>
          <p:nvPr/>
        </p:nvSpPr>
        <p:spPr>
          <a:xfrm>
            <a:off x="1621695" y="4789213"/>
            <a:ext cx="1201734" cy="1014638"/>
          </a:xfrm>
          <a:prstGeom prst="cube">
            <a:avLst>
              <a:gd name="adj" fmla="val 28367"/>
            </a:avLst>
          </a:prstGeom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C88B3624-BF47-423D-BB70-6B8C37176FBE}"/>
              </a:ext>
            </a:extLst>
          </p:cNvPr>
          <p:cNvSpPr/>
          <p:nvPr/>
        </p:nvSpPr>
        <p:spPr>
          <a:xfrm>
            <a:off x="1988098" y="1388602"/>
            <a:ext cx="461630" cy="4616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Object 23">
            <a:extLst>
              <a:ext uri="{FF2B5EF4-FFF2-40B4-BE49-F238E27FC236}">
                <a16:creationId xmlns:a16="http://schemas.microsoft.com/office/drawing/2014/main" id="{CF989A66-D2A8-4CC1-B3DC-4773C950FD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5913" y="3170238"/>
          <a:ext cx="2006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" name="Equation" r:id="rId3" imgW="1002960" imgH="330120" progId="Equation.DSMT4">
                  <p:embed/>
                </p:oleObj>
              </mc:Choice>
              <mc:Fallback>
                <p:oleObj name="Equation" r:id="rId3" imgW="1002960" imgH="330120" progId="Equation.DSMT4">
                  <p:embed/>
                  <p:pic>
                    <p:nvPicPr>
                      <p:cNvPr id="13" name="Object 23">
                        <a:extLst>
                          <a:ext uri="{FF2B5EF4-FFF2-40B4-BE49-F238E27FC236}">
                            <a16:creationId xmlns:a16="http://schemas.microsoft.com/office/drawing/2014/main" id="{CF989A66-D2A8-4CC1-B3DC-4773C950FD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913" y="3170238"/>
                        <a:ext cx="2006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3">
            <a:extLst>
              <a:ext uri="{FF2B5EF4-FFF2-40B4-BE49-F238E27FC236}">
                <a16:creationId xmlns:a16="http://schemas.microsoft.com/office/drawing/2014/main" id="{5EF7D920-2CF4-4A25-AE66-12F99B7853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0899" y="4745811"/>
          <a:ext cx="25908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" name="Equation" r:id="rId5" imgW="1295280" imgH="787320" progId="Equation.DSMT4">
                  <p:embed/>
                </p:oleObj>
              </mc:Choice>
              <mc:Fallback>
                <p:oleObj name="Equation" r:id="rId5" imgW="1295280" imgH="787320" progId="Equation.DSMT4">
                  <p:embed/>
                  <p:pic>
                    <p:nvPicPr>
                      <p:cNvPr id="14" name="Object 23">
                        <a:extLst>
                          <a:ext uri="{FF2B5EF4-FFF2-40B4-BE49-F238E27FC236}">
                            <a16:creationId xmlns:a16="http://schemas.microsoft.com/office/drawing/2014/main" id="{5EF7D920-2CF4-4A25-AE66-12F99B7853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899" y="4745811"/>
                        <a:ext cx="2590800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3">
            <a:extLst>
              <a:ext uri="{FF2B5EF4-FFF2-40B4-BE49-F238E27FC236}">
                <a16:creationId xmlns:a16="http://schemas.microsoft.com/office/drawing/2014/main" id="{17F475D3-A3F3-482A-9A0F-F5CEE235F1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1499" y="1898525"/>
          <a:ext cx="609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" name="Equation" r:id="rId7" imgW="304560" imgH="203040" progId="Equation.DSMT4">
                  <p:embed/>
                </p:oleObj>
              </mc:Choice>
              <mc:Fallback>
                <p:oleObj name="Equation" r:id="rId7" imgW="304560" imgH="203040" progId="Equation.DSMT4">
                  <p:embed/>
                  <p:pic>
                    <p:nvPicPr>
                      <p:cNvPr id="15" name="Object 23">
                        <a:extLst>
                          <a:ext uri="{FF2B5EF4-FFF2-40B4-BE49-F238E27FC236}">
                            <a16:creationId xmlns:a16="http://schemas.microsoft.com/office/drawing/2014/main" id="{17F475D3-A3F3-482A-9A0F-F5CEE235F1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1499" y="1898525"/>
                        <a:ext cx="609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4">
            <a:extLst>
              <a:ext uri="{FF2B5EF4-FFF2-40B4-BE49-F238E27FC236}">
                <a16:creationId xmlns:a16="http://schemas.microsoft.com/office/drawing/2014/main" id="{0B6F0324-8C15-440E-963B-BA9E843F7868}"/>
              </a:ext>
            </a:extLst>
          </p:cNvPr>
          <p:cNvGrpSpPr>
            <a:grpSpLocks/>
          </p:cNvGrpSpPr>
          <p:nvPr/>
        </p:nvGrpSpPr>
        <p:grpSpPr bwMode="auto">
          <a:xfrm>
            <a:off x="947008" y="1816475"/>
            <a:ext cx="2554288" cy="2325688"/>
            <a:chOff x="839" y="574"/>
            <a:chExt cx="1609" cy="1465"/>
          </a:xfrm>
        </p:grpSpPr>
        <p:sp>
          <p:nvSpPr>
            <p:cNvPr id="18" name="Line 5">
              <a:extLst>
                <a:ext uri="{FF2B5EF4-FFF2-40B4-BE49-F238E27FC236}">
                  <a16:creationId xmlns:a16="http://schemas.microsoft.com/office/drawing/2014/main" id="{61728D84-4A62-41ED-A25F-D73FE16E19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35" y="845"/>
              <a:ext cx="0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6">
              <a:extLst>
                <a:ext uri="{FF2B5EF4-FFF2-40B4-BE49-F238E27FC236}">
                  <a16:creationId xmlns:a16="http://schemas.microsoft.com/office/drawing/2014/main" id="{8D434795-8127-4AFF-8682-E2F5C504B5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5" y="1526"/>
              <a:ext cx="8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7">
              <a:extLst>
                <a:ext uri="{FF2B5EF4-FFF2-40B4-BE49-F238E27FC236}">
                  <a16:creationId xmlns:a16="http://schemas.microsoft.com/office/drawing/2014/main" id="{7CC6E371-61DB-4D48-962D-C96BA4B5B0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7" y="1526"/>
              <a:ext cx="408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" name="Object 8">
              <a:extLst>
                <a:ext uri="{FF2B5EF4-FFF2-40B4-BE49-F238E27FC236}">
                  <a16:creationId xmlns:a16="http://schemas.microsoft.com/office/drawing/2014/main" id="{28708AB2-4F19-4E11-A79B-926058BB67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7" y="1396"/>
            <a:ext cx="181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5" name="Equation" r:id="rId9" imgW="190500" imgH="279400" progId="Equation.DSMT4">
                    <p:embed/>
                  </p:oleObj>
                </mc:Choice>
                <mc:Fallback>
                  <p:oleObj name="Equation" r:id="rId9" imgW="190500" imgH="279400" progId="Equation.DSMT4">
                    <p:embed/>
                    <p:pic>
                      <p:nvPicPr>
                        <p:cNvPr id="21" name="Object 8">
                          <a:extLst>
                            <a:ext uri="{FF2B5EF4-FFF2-40B4-BE49-F238E27FC236}">
                              <a16:creationId xmlns:a16="http://schemas.microsoft.com/office/drawing/2014/main" id="{28708AB2-4F19-4E11-A79B-926058BB67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7" y="1396"/>
                          <a:ext cx="181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9">
              <a:extLst>
                <a:ext uri="{FF2B5EF4-FFF2-40B4-BE49-F238E27FC236}">
                  <a16:creationId xmlns:a16="http://schemas.microsoft.com/office/drawing/2014/main" id="{E6944FC2-C60B-4BBF-9974-02BF8AC33A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26" y="574"/>
            <a:ext cx="205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6" name="Equation" r:id="rId11" imgW="215806" imgH="279279" progId="Equation.DSMT4">
                    <p:embed/>
                  </p:oleObj>
                </mc:Choice>
                <mc:Fallback>
                  <p:oleObj name="Equation" r:id="rId11" imgW="215806" imgH="279279" progId="Equation.DSMT4">
                    <p:embed/>
                    <p:pic>
                      <p:nvPicPr>
                        <p:cNvPr id="22" name="Object 9">
                          <a:extLst>
                            <a:ext uri="{FF2B5EF4-FFF2-40B4-BE49-F238E27FC236}">
                              <a16:creationId xmlns:a16="http://schemas.microsoft.com/office/drawing/2014/main" id="{E6944FC2-C60B-4BBF-9974-02BF8AC33A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6" y="574"/>
                          <a:ext cx="205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10">
              <a:extLst>
                <a:ext uri="{FF2B5EF4-FFF2-40B4-BE49-F238E27FC236}">
                  <a16:creationId xmlns:a16="http://schemas.microsoft.com/office/drawing/2014/main" id="{7D72DDBB-7D6E-40D8-B415-C25DC54956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9" y="1774"/>
            <a:ext cx="193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" name="Equation" r:id="rId13" imgW="203112" imgH="279279" progId="Equation.DSMT4">
                    <p:embed/>
                  </p:oleObj>
                </mc:Choice>
                <mc:Fallback>
                  <p:oleObj name="Equation" r:id="rId13" imgW="203112" imgH="279279" progId="Equation.DSMT4">
                    <p:embed/>
                    <p:pic>
                      <p:nvPicPr>
                        <p:cNvPr id="23" name="Object 10">
                          <a:extLst>
                            <a:ext uri="{FF2B5EF4-FFF2-40B4-BE49-F238E27FC236}">
                              <a16:creationId xmlns:a16="http://schemas.microsoft.com/office/drawing/2014/main" id="{7D72DDBB-7D6E-40D8-B415-C25DC54956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1774"/>
                          <a:ext cx="193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Line 11">
              <a:extLst>
                <a:ext uri="{FF2B5EF4-FFF2-40B4-BE49-F238E27FC236}">
                  <a16:creationId xmlns:a16="http://schemas.microsoft.com/office/drawing/2014/main" id="{7500BB2B-B2CC-48AF-B2F9-098D93EA19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9" y="1525"/>
              <a:ext cx="227" cy="0"/>
            </a:xfrm>
            <a:prstGeom prst="line">
              <a:avLst/>
            </a:prstGeom>
            <a:noFill/>
            <a:ln w="9525">
              <a:solidFill>
                <a:schemeClr val="accent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" name="Object 12">
              <a:extLst>
                <a:ext uri="{FF2B5EF4-FFF2-40B4-BE49-F238E27FC236}">
                  <a16:creationId xmlns:a16="http://schemas.microsoft.com/office/drawing/2014/main" id="{BD3D2709-F86E-4BFA-B107-65196F5009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0" y="1423"/>
            <a:ext cx="89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8" name="Equation" r:id="rId15" imgW="177646" imgH="279158" progId="Equation.DSMT4">
                    <p:embed/>
                  </p:oleObj>
                </mc:Choice>
                <mc:Fallback>
                  <p:oleObj name="Equation" r:id="rId15" imgW="177646" imgH="279158" progId="Equation.DSMT4">
                    <p:embed/>
                    <p:pic>
                      <p:nvPicPr>
                        <p:cNvPr id="25" name="Object 12">
                          <a:extLst>
                            <a:ext uri="{FF2B5EF4-FFF2-40B4-BE49-F238E27FC236}">
                              <a16:creationId xmlns:a16="http://schemas.microsoft.com/office/drawing/2014/main" id="{BD3D2709-F86E-4BFA-B107-65196F5009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0" y="1423"/>
                          <a:ext cx="89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13">
              <a:extLst>
                <a:ext uri="{FF2B5EF4-FFF2-40B4-BE49-F238E27FC236}">
                  <a16:creationId xmlns:a16="http://schemas.microsoft.com/office/drawing/2014/main" id="{89DCADBB-2F18-4534-99C5-0E99B7B943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12" y="1568"/>
            <a:ext cx="108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" name="Equation" r:id="rId17" imgW="203112" imgH="279279" progId="Equation.DSMT4">
                    <p:embed/>
                  </p:oleObj>
                </mc:Choice>
                <mc:Fallback>
                  <p:oleObj name="Equation" r:id="rId17" imgW="203112" imgH="279279" progId="Equation.DSMT4">
                    <p:embed/>
                    <p:pic>
                      <p:nvPicPr>
                        <p:cNvPr id="26" name="Object 13">
                          <a:extLst>
                            <a:ext uri="{FF2B5EF4-FFF2-40B4-BE49-F238E27FC236}">
                              <a16:creationId xmlns:a16="http://schemas.microsoft.com/office/drawing/2014/main" id="{89DCADBB-2F18-4534-99C5-0E99B7B943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2" y="1568"/>
                          <a:ext cx="108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4">
              <a:extLst>
                <a:ext uri="{FF2B5EF4-FFF2-40B4-BE49-F238E27FC236}">
                  <a16:creationId xmlns:a16="http://schemas.microsoft.com/office/drawing/2014/main" id="{DE2A516E-E5A3-40D4-ADFF-7D9A08AE03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20" y="1273"/>
            <a:ext cx="11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0" name="Equation" r:id="rId19" imgW="203112" imgH="279279" progId="Equation.DSMT4">
                    <p:embed/>
                  </p:oleObj>
                </mc:Choice>
                <mc:Fallback>
                  <p:oleObj name="Equation" r:id="rId19" imgW="203112" imgH="279279" progId="Equation.DSMT4">
                    <p:embed/>
                    <p:pic>
                      <p:nvPicPr>
                        <p:cNvPr id="27" name="Object 14">
                          <a:extLst>
                            <a:ext uri="{FF2B5EF4-FFF2-40B4-BE49-F238E27FC236}">
                              <a16:creationId xmlns:a16="http://schemas.microsoft.com/office/drawing/2014/main" id="{DE2A516E-E5A3-40D4-ADFF-7D9A08AE03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0" y="1273"/>
                          <a:ext cx="110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Line 15">
              <a:extLst>
                <a:ext uri="{FF2B5EF4-FFF2-40B4-BE49-F238E27FC236}">
                  <a16:creationId xmlns:a16="http://schemas.microsoft.com/office/drawing/2014/main" id="{759886A8-C500-4517-894F-FEBAA77C4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9" y="1298"/>
              <a:ext cx="0" cy="227"/>
            </a:xfrm>
            <a:prstGeom prst="line">
              <a:avLst/>
            </a:prstGeom>
            <a:noFill/>
            <a:ln w="9525">
              <a:solidFill>
                <a:schemeClr val="accent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6">
              <a:extLst>
                <a:ext uri="{FF2B5EF4-FFF2-40B4-BE49-F238E27FC236}">
                  <a16:creationId xmlns:a16="http://schemas.microsoft.com/office/drawing/2014/main" id="{C3CB4664-BBD1-49A7-9183-5391F76C9F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52" y="1525"/>
              <a:ext cx="177" cy="142"/>
            </a:xfrm>
            <a:prstGeom prst="line">
              <a:avLst/>
            </a:prstGeom>
            <a:noFill/>
            <a:ln w="9525">
              <a:solidFill>
                <a:schemeClr val="accent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23F3C42-A1E7-4160-892A-868920E6D1E9}"/>
              </a:ext>
            </a:extLst>
          </p:cNvPr>
          <p:cNvCxnSpPr>
            <a:cxnSpLocks/>
          </p:cNvCxnSpPr>
          <p:nvPr/>
        </p:nvCxnSpPr>
        <p:spPr>
          <a:xfrm flipV="1">
            <a:off x="1883633" y="2864677"/>
            <a:ext cx="798512" cy="469900"/>
          </a:xfrm>
          <a:prstGeom prst="straightConnector1">
            <a:avLst/>
          </a:prstGeom>
          <a:ln w="2857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Object 23">
            <a:extLst>
              <a:ext uri="{FF2B5EF4-FFF2-40B4-BE49-F238E27FC236}">
                <a16:creationId xmlns:a16="http://schemas.microsoft.com/office/drawing/2014/main" id="{7C3159E3-6E3F-47A0-A13D-5BD152521C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6500" y="2538239"/>
          <a:ext cx="279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" name="Equation" r:id="rId21" imgW="139680" imgH="164880" progId="Equation.DSMT4">
                  <p:embed/>
                </p:oleObj>
              </mc:Choice>
              <mc:Fallback>
                <p:oleObj name="Equation" r:id="rId21" imgW="139680" imgH="164880" progId="Equation.DSMT4">
                  <p:embed/>
                  <p:pic>
                    <p:nvPicPr>
                      <p:cNvPr id="40" name="Object 23">
                        <a:extLst>
                          <a:ext uri="{FF2B5EF4-FFF2-40B4-BE49-F238E27FC236}">
                            <a16:creationId xmlns:a16="http://schemas.microsoft.com/office/drawing/2014/main" id="{7C3159E3-6E3F-47A0-A13D-5BD152521C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2538239"/>
                        <a:ext cx="279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84D4247A-8ED4-4F6C-B6AB-9054FE93866B}"/>
              </a:ext>
            </a:extLst>
          </p:cNvPr>
          <p:cNvGrpSpPr/>
          <p:nvPr/>
        </p:nvGrpSpPr>
        <p:grpSpPr>
          <a:xfrm>
            <a:off x="1455740" y="2296939"/>
            <a:ext cx="1654175" cy="1595438"/>
            <a:chOff x="1455738" y="2403475"/>
            <a:chExt cx="1654175" cy="1595438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0576161E-2EA9-4B9A-90C8-606CEC90256B}"/>
                </a:ext>
              </a:extLst>
            </p:cNvPr>
            <p:cNvGrpSpPr/>
            <p:nvPr/>
          </p:nvGrpSpPr>
          <p:grpSpPr>
            <a:xfrm>
              <a:off x="1498103" y="2668903"/>
              <a:ext cx="1442805" cy="1120775"/>
              <a:chOff x="1498103" y="2668903"/>
              <a:chExt cx="1442805" cy="1120775"/>
            </a:xfrm>
          </p:grpSpPr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14CA6D43-543B-4288-A13D-143D10D5C43C}"/>
                  </a:ext>
                </a:extLst>
              </p:cNvPr>
              <p:cNvCxnSpPr/>
              <p:nvPr/>
            </p:nvCxnSpPr>
            <p:spPr>
              <a:xfrm flipH="1">
                <a:off x="2663095" y="2999103"/>
                <a:ext cx="19050" cy="790575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8004DA28-5D9E-4C61-BFEE-53312BCE254C}"/>
                  </a:ext>
                </a:extLst>
              </p:cNvPr>
              <p:cNvCxnSpPr/>
              <p:nvPr/>
            </p:nvCxnSpPr>
            <p:spPr>
              <a:xfrm flipH="1" flipV="1">
                <a:off x="1498103" y="3772667"/>
                <a:ext cx="1139825" cy="11113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958D9DD6-C0D6-41B1-BEF6-0966BEB422B9}"/>
                  </a:ext>
                </a:extLst>
              </p:cNvPr>
              <p:cNvCxnSpPr/>
              <p:nvPr/>
            </p:nvCxnSpPr>
            <p:spPr>
              <a:xfrm flipV="1">
                <a:off x="2663095" y="3465828"/>
                <a:ext cx="277813" cy="311150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8CFCDCBF-BDB2-46F6-A85A-5B1198480F2F}"/>
                  </a:ext>
                </a:extLst>
              </p:cNvPr>
              <p:cNvCxnSpPr/>
              <p:nvPr/>
            </p:nvCxnSpPr>
            <p:spPr>
              <a:xfrm flipH="1" flipV="1">
                <a:off x="1893158" y="2668903"/>
                <a:ext cx="779462" cy="312738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8FDE44F7-4B68-4879-9546-7989860CB7F0}"/>
                  </a:ext>
                </a:extLst>
              </p:cNvPr>
              <p:cNvCxnSpPr/>
              <p:nvPr/>
            </p:nvCxnSpPr>
            <p:spPr>
              <a:xfrm flipH="1" flipV="1">
                <a:off x="1861408" y="3445191"/>
                <a:ext cx="779462" cy="311150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9CA9ACC-78FB-4E0D-B326-B7882C00ED82}"/>
                </a:ext>
              </a:extLst>
            </p:cNvPr>
            <p:cNvGrpSpPr/>
            <p:nvPr/>
          </p:nvGrpSpPr>
          <p:grpSpPr>
            <a:xfrm>
              <a:off x="1455738" y="2403475"/>
              <a:ext cx="1654175" cy="1595438"/>
              <a:chOff x="1455738" y="2403475"/>
              <a:chExt cx="1654175" cy="1595438"/>
            </a:xfrm>
          </p:grpSpPr>
          <p:graphicFrame>
            <p:nvGraphicFramePr>
              <p:cNvPr id="47" name="Object 30">
                <a:extLst>
                  <a:ext uri="{FF2B5EF4-FFF2-40B4-BE49-F238E27FC236}">
                    <a16:creationId xmlns:a16="http://schemas.microsoft.com/office/drawing/2014/main" id="{5D13B3CC-258C-48DE-BC5E-D2228F53527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89250" y="3348038"/>
              <a:ext cx="220663" cy="339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12" name="Equation" r:id="rId23" imgW="164880" imgH="253800" progId="Equation.DSMT4">
                      <p:embed/>
                    </p:oleObj>
                  </mc:Choice>
                  <mc:Fallback>
                    <p:oleObj name="Equation" r:id="rId23" imgW="164880" imgH="253800" progId="Equation.DSMT4">
                      <p:embed/>
                      <p:pic>
                        <p:nvPicPr>
                          <p:cNvPr id="47" name="Object 30">
                            <a:extLst>
                              <a:ext uri="{FF2B5EF4-FFF2-40B4-BE49-F238E27FC236}">
                                <a16:creationId xmlns:a16="http://schemas.microsoft.com/office/drawing/2014/main" id="{5D13B3CC-258C-48DE-BC5E-D2228F53527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9250" y="3348038"/>
                            <a:ext cx="220663" cy="3397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" name="Object 30">
                <a:extLst>
                  <a:ext uri="{FF2B5EF4-FFF2-40B4-BE49-F238E27FC236}">
                    <a16:creationId xmlns:a16="http://schemas.microsoft.com/office/drawing/2014/main" id="{8D46E68A-6ECB-4980-80E0-E8350417586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85950" y="2403475"/>
              <a:ext cx="234950" cy="339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13" name="Equation" r:id="rId25" imgW="177480" imgH="253800" progId="Equation.DSMT4">
                      <p:embed/>
                    </p:oleObj>
                  </mc:Choice>
                  <mc:Fallback>
                    <p:oleObj name="Equation" r:id="rId25" imgW="177480" imgH="253800" progId="Equation.DSMT4">
                      <p:embed/>
                      <p:pic>
                        <p:nvPicPr>
                          <p:cNvPr id="48" name="Object 30">
                            <a:extLst>
                              <a:ext uri="{FF2B5EF4-FFF2-40B4-BE49-F238E27FC236}">
                                <a16:creationId xmlns:a16="http://schemas.microsoft.com/office/drawing/2014/main" id="{8D46E68A-6ECB-4980-80E0-E8350417586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85950" y="2403475"/>
                            <a:ext cx="234950" cy="3397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" name="Object 30">
                <a:extLst>
                  <a:ext uri="{FF2B5EF4-FFF2-40B4-BE49-F238E27FC236}">
                    <a16:creationId xmlns:a16="http://schemas.microsoft.com/office/drawing/2014/main" id="{1CE7E7BA-031C-4958-9B83-35377BD8B53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55738" y="3659188"/>
              <a:ext cx="238125" cy="339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14" name="Equation" r:id="rId27" imgW="177480" imgH="253800" progId="Equation.DSMT4">
                      <p:embed/>
                    </p:oleObj>
                  </mc:Choice>
                  <mc:Fallback>
                    <p:oleObj name="Equation" r:id="rId27" imgW="177480" imgH="253800" progId="Equation.DSMT4">
                      <p:embed/>
                      <p:pic>
                        <p:nvPicPr>
                          <p:cNvPr id="49" name="Object 30">
                            <a:extLst>
                              <a:ext uri="{FF2B5EF4-FFF2-40B4-BE49-F238E27FC236}">
                                <a16:creationId xmlns:a16="http://schemas.microsoft.com/office/drawing/2014/main" id="{1CE7E7BA-031C-4958-9B83-35377BD8B53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55738" y="3659188"/>
                            <a:ext cx="238125" cy="3397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76AB3-E07F-463E-A1E8-84C763460ACC}"/>
              </a:ext>
            </a:extLst>
          </p:cNvPr>
          <p:cNvGrpSpPr/>
          <p:nvPr/>
        </p:nvGrpSpPr>
        <p:grpSpPr>
          <a:xfrm>
            <a:off x="983522" y="4381191"/>
            <a:ext cx="2554287" cy="2048931"/>
            <a:chOff x="983520" y="4381189"/>
            <a:chExt cx="2554287" cy="2048931"/>
          </a:xfrm>
        </p:grpSpPr>
        <p:sp>
          <p:nvSpPr>
            <p:cNvPr id="50" name="Line 5">
              <a:extLst>
                <a:ext uri="{FF2B5EF4-FFF2-40B4-BE49-F238E27FC236}">
                  <a16:creationId xmlns:a16="http://schemas.microsoft.com/office/drawing/2014/main" id="{F062190C-0C79-4AEA-A633-8903823369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6970" y="4452095"/>
              <a:ext cx="0" cy="1081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6">
              <a:extLst>
                <a:ext uri="{FF2B5EF4-FFF2-40B4-BE49-F238E27FC236}">
                  <a16:creationId xmlns:a16="http://schemas.microsoft.com/office/drawing/2014/main" id="{3A8ECA2B-87B3-4188-830B-FD9DA6888A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970" y="5533182"/>
              <a:ext cx="12969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7">
              <a:extLst>
                <a:ext uri="{FF2B5EF4-FFF2-40B4-BE49-F238E27FC236}">
                  <a16:creationId xmlns:a16="http://schemas.microsoft.com/office/drawing/2014/main" id="{F00CC945-0C9E-430E-99CB-67211D1BF7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07370" y="5539532"/>
              <a:ext cx="617538" cy="503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3" name="Object 8">
              <a:extLst>
                <a:ext uri="{FF2B5EF4-FFF2-40B4-BE49-F238E27FC236}">
                  <a16:creationId xmlns:a16="http://schemas.microsoft.com/office/drawing/2014/main" id="{0D175BE6-C827-4FB9-8DC1-861302616F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50470" y="5409357"/>
            <a:ext cx="287337" cy="420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5" name="Equation" r:id="rId9" imgW="190500" imgH="279400" progId="Equation.DSMT4">
                    <p:embed/>
                  </p:oleObj>
                </mc:Choice>
                <mc:Fallback>
                  <p:oleObj name="Equation" r:id="rId9" imgW="190500" imgH="279400" progId="Equation.DSMT4">
                    <p:embed/>
                    <p:pic>
                      <p:nvPicPr>
                        <p:cNvPr id="53" name="Object 8">
                          <a:extLst>
                            <a:ext uri="{FF2B5EF4-FFF2-40B4-BE49-F238E27FC236}">
                              <a16:creationId xmlns:a16="http://schemas.microsoft.com/office/drawing/2014/main" id="{0D175BE6-C827-4FB9-8DC1-861302616F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0470" y="5409357"/>
                          <a:ext cx="287337" cy="420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Object 9">
              <a:extLst>
                <a:ext uri="{FF2B5EF4-FFF2-40B4-BE49-F238E27FC236}">
                  <a16:creationId xmlns:a16="http://schemas.microsoft.com/office/drawing/2014/main" id="{F5211E8B-487B-4FCF-9323-063C8468B1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69295" y="4381189"/>
            <a:ext cx="325437" cy="420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6" name="Equation" r:id="rId11" imgW="215806" imgH="279279" progId="Equation.DSMT4">
                    <p:embed/>
                  </p:oleObj>
                </mc:Choice>
                <mc:Fallback>
                  <p:oleObj name="Equation" r:id="rId11" imgW="215806" imgH="279279" progId="Equation.DSMT4">
                    <p:embed/>
                    <p:pic>
                      <p:nvPicPr>
                        <p:cNvPr id="54" name="Object 9">
                          <a:extLst>
                            <a:ext uri="{FF2B5EF4-FFF2-40B4-BE49-F238E27FC236}">
                              <a16:creationId xmlns:a16="http://schemas.microsoft.com/office/drawing/2014/main" id="{F5211E8B-487B-4FCF-9323-063C8468B1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9295" y="4381189"/>
                          <a:ext cx="325437" cy="420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Object 10">
              <a:extLst>
                <a:ext uri="{FF2B5EF4-FFF2-40B4-BE49-F238E27FC236}">
                  <a16:creationId xmlns:a16="http://schemas.microsoft.com/office/drawing/2014/main" id="{1C73C8AB-12D0-4C63-819D-34FE9143C18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83520" y="6009432"/>
            <a:ext cx="306387" cy="420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7" name="Equation" r:id="rId13" imgW="203112" imgH="279279" progId="Equation.DSMT4">
                    <p:embed/>
                  </p:oleObj>
                </mc:Choice>
                <mc:Fallback>
                  <p:oleObj name="Equation" r:id="rId13" imgW="203112" imgH="279279" progId="Equation.DSMT4">
                    <p:embed/>
                    <p:pic>
                      <p:nvPicPr>
                        <p:cNvPr id="55" name="Object 10">
                          <a:extLst>
                            <a:ext uri="{FF2B5EF4-FFF2-40B4-BE49-F238E27FC236}">
                              <a16:creationId xmlns:a16="http://schemas.microsoft.com/office/drawing/2014/main" id="{1C73C8AB-12D0-4C63-819D-34FE9143C18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3520" y="6009432"/>
                          <a:ext cx="306387" cy="420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762C956-D212-45EC-8F82-F63555CD9853}"/>
              </a:ext>
            </a:extLst>
          </p:cNvPr>
          <p:cNvGrpSpPr/>
          <p:nvPr/>
        </p:nvGrpSpPr>
        <p:grpSpPr>
          <a:xfrm>
            <a:off x="1837532" y="5112285"/>
            <a:ext cx="546427" cy="539360"/>
            <a:chOff x="1912143" y="5104344"/>
            <a:chExt cx="546427" cy="539360"/>
          </a:xfrm>
        </p:grpSpPr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EF4DDBD9-EF65-4F66-9989-C24D8259BE0E}"/>
                </a:ext>
              </a:extLst>
            </p:cNvPr>
            <p:cNvCxnSpPr>
              <a:cxnSpLocks/>
            </p:cNvCxnSpPr>
            <p:nvPr/>
          </p:nvCxnSpPr>
          <p:spPr>
            <a:xfrm>
              <a:off x="2098570" y="5461963"/>
              <a:ext cx="360000" cy="0"/>
            </a:xfrm>
            <a:prstGeom prst="straightConnector1">
              <a:avLst/>
            </a:prstGeom>
            <a:ln w="15875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9BAEE766-2DAB-4B0A-9FF4-4371202051C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26741" y="5284344"/>
              <a:ext cx="360000" cy="0"/>
            </a:xfrm>
            <a:prstGeom prst="straightConnector1">
              <a:avLst/>
            </a:prstGeom>
            <a:ln w="15875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49495F3C-6732-43B6-BC6E-C547A5600361}"/>
                </a:ext>
              </a:extLst>
            </p:cNvPr>
            <p:cNvCxnSpPr>
              <a:cxnSpLocks/>
            </p:cNvCxnSpPr>
            <p:nvPr/>
          </p:nvCxnSpPr>
          <p:spPr>
            <a:xfrm rot="600000" flipH="1">
              <a:off x="1912143" y="5437328"/>
              <a:ext cx="181476" cy="206376"/>
            </a:xfrm>
            <a:prstGeom prst="straightConnector1">
              <a:avLst/>
            </a:prstGeom>
            <a:ln w="15875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A6C8942-594A-4558-AB13-E561766D3942}"/>
              </a:ext>
            </a:extLst>
          </p:cNvPr>
          <p:cNvGrpSpPr/>
          <p:nvPr/>
        </p:nvGrpSpPr>
        <p:grpSpPr>
          <a:xfrm>
            <a:off x="1990986" y="4574082"/>
            <a:ext cx="557447" cy="543797"/>
            <a:chOff x="2005273" y="4550265"/>
            <a:chExt cx="557447" cy="543797"/>
          </a:xfrm>
        </p:grpSpPr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F24C4829-D971-4E4D-9ACC-98155C8C6775}"/>
                </a:ext>
              </a:extLst>
            </p:cNvPr>
            <p:cNvCxnSpPr>
              <a:cxnSpLocks/>
            </p:cNvCxnSpPr>
            <p:nvPr/>
          </p:nvCxnSpPr>
          <p:spPr>
            <a:xfrm>
              <a:off x="2202720" y="4903121"/>
              <a:ext cx="360000" cy="0"/>
            </a:xfrm>
            <a:prstGeom prst="straightConnector1">
              <a:avLst/>
            </a:prstGeom>
            <a:ln w="15875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5A06312A-EA5D-4F69-9B43-D72D46BFB20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30891" y="4730265"/>
              <a:ext cx="360000" cy="0"/>
            </a:xfrm>
            <a:prstGeom prst="straightConnector1">
              <a:avLst/>
            </a:prstGeom>
            <a:ln w="15875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D4F081CF-6534-49D4-A80D-1A0FFF742856}"/>
                </a:ext>
              </a:extLst>
            </p:cNvPr>
            <p:cNvCxnSpPr>
              <a:cxnSpLocks/>
            </p:cNvCxnSpPr>
            <p:nvPr/>
          </p:nvCxnSpPr>
          <p:spPr>
            <a:xfrm rot="600000" flipH="1">
              <a:off x="2005273" y="4887686"/>
              <a:ext cx="181476" cy="206376"/>
            </a:xfrm>
            <a:prstGeom prst="straightConnector1">
              <a:avLst/>
            </a:prstGeom>
            <a:ln w="15875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1281227-DA7A-4B46-8DB4-AC51A53ABD50}"/>
              </a:ext>
            </a:extLst>
          </p:cNvPr>
          <p:cNvGrpSpPr/>
          <p:nvPr/>
        </p:nvGrpSpPr>
        <p:grpSpPr>
          <a:xfrm>
            <a:off x="2483706" y="4969845"/>
            <a:ext cx="546427" cy="539360"/>
            <a:chOff x="2518631" y="4974606"/>
            <a:chExt cx="546427" cy="539360"/>
          </a:xfrm>
        </p:grpSpPr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2C74A849-9F44-44E9-8BBE-C705B5829A2E}"/>
                </a:ext>
              </a:extLst>
            </p:cNvPr>
            <p:cNvCxnSpPr>
              <a:cxnSpLocks/>
            </p:cNvCxnSpPr>
            <p:nvPr/>
          </p:nvCxnSpPr>
          <p:spPr>
            <a:xfrm>
              <a:off x="2705058" y="5332225"/>
              <a:ext cx="360000" cy="0"/>
            </a:xfrm>
            <a:prstGeom prst="straightConnector1">
              <a:avLst/>
            </a:prstGeom>
            <a:ln w="15875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52690156-66C0-420C-BEB6-B2AE975DBBB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33229" y="5154606"/>
              <a:ext cx="360000" cy="0"/>
            </a:xfrm>
            <a:prstGeom prst="straightConnector1">
              <a:avLst/>
            </a:prstGeom>
            <a:ln w="15875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F8B7239C-151E-46E3-AD4B-F2901BC8B328}"/>
                </a:ext>
              </a:extLst>
            </p:cNvPr>
            <p:cNvCxnSpPr>
              <a:cxnSpLocks/>
            </p:cNvCxnSpPr>
            <p:nvPr/>
          </p:nvCxnSpPr>
          <p:spPr>
            <a:xfrm rot="600000" flipH="1">
              <a:off x="2518631" y="5307590"/>
              <a:ext cx="181476" cy="206376"/>
            </a:xfrm>
            <a:prstGeom prst="straightConnector1">
              <a:avLst/>
            </a:prstGeom>
            <a:ln w="15875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723AEE6C-4862-4CFC-8E10-66423B6D8ADC}"/>
              </a:ext>
            </a:extLst>
          </p:cNvPr>
          <p:cNvCxnSpPr>
            <a:cxnSpLocks/>
          </p:cNvCxnSpPr>
          <p:nvPr/>
        </p:nvCxnSpPr>
        <p:spPr>
          <a:xfrm flipV="1">
            <a:off x="2686486" y="5018548"/>
            <a:ext cx="300225" cy="295560"/>
          </a:xfrm>
          <a:prstGeom prst="straightConnector1">
            <a:avLst/>
          </a:prstGeom>
          <a:ln w="2857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4F6AAD62-0422-4DBF-B54C-6C46352A634E}"/>
              </a:ext>
            </a:extLst>
          </p:cNvPr>
          <p:cNvCxnSpPr>
            <a:cxnSpLocks/>
          </p:cNvCxnSpPr>
          <p:nvPr/>
        </p:nvCxnSpPr>
        <p:spPr>
          <a:xfrm flipH="1" flipV="1">
            <a:off x="2001574" y="4586741"/>
            <a:ext cx="195737" cy="333877"/>
          </a:xfrm>
          <a:prstGeom prst="straightConnector1">
            <a:avLst/>
          </a:prstGeom>
          <a:ln w="2857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2A9DD950-BB51-4913-AA69-C6D74ACEBD59}"/>
              </a:ext>
            </a:extLst>
          </p:cNvPr>
          <p:cNvCxnSpPr>
            <a:cxnSpLocks/>
          </p:cNvCxnSpPr>
          <p:nvPr/>
        </p:nvCxnSpPr>
        <p:spPr>
          <a:xfrm flipV="1">
            <a:off x="2025432" y="5192418"/>
            <a:ext cx="248730" cy="267180"/>
          </a:xfrm>
          <a:prstGeom prst="straightConnector1">
            <a:avLst/>
          </a:prstGeom>
          <a:ln w="2857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Object 23">
            <a:extLst>
              <a:ext uri="{FF2B5EF4-FFF2-40B4-BE49-F238E27FC236}">
                <a16:creationId xmlns:a16="http://schemas.microsoft.com/office/drawing/2014/main" id="{25A49750-68BE-4FBC-847F-E1B68E14E1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9100" y="4981575"/>
          <a:ext cx="457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" name="Equation" r:id="rId29" imgW="228600" imgH="253800" progId="Equation.DSMT4">
                  <p:embed/>
                </p:oleObj>
              </mc:Choice>
              <mc:Fallback>
                <p:oleObj name="Equation" r:id="rId29" imgW="228600" imgH="253800" progId="Equation.DSMT4">
                  <p:embed/>
                  <p:pic>
                    <p:nvPicPr>
                      <p:cNvPr id="76" name="Object 23">
                        <a:extLst>
                          <a:ext uri="{FF2B5EF4-FFF2-40B4-BE49-F238E27FC236}">
                            <a16:creationId xmlns:a16="http://schemas.microsoft.com/office/drawing/2014/main" id="{25A49750-68BE-4FBC-847F-E1B68E14E1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4981575"/>
                        <a:ext cx="457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23">
            <a:extLst>
              <a:ext uri="{FF2B5EF4-FFF2-40B4-BE49-F238E27FC236}">
                <a16:creationId xmlns:a16="http://schemas.microsoft.com/office/drawing/2014/main" id="{55D0DCAB-4237-45C6-A1A1-0849ECFA7F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1329" y="4599570"/>
          <a:ext cx="457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" name="Equation" r:id="rId31" imgW="228600" imgH="253800" progId="Equation.DSMT4">
                  <p:embed/>
                </p:oleObj>
              </mc:Choice>
              <mc:Fallback>
                <p:oleObj name="Equation" r:id="rId31" imgW="228600" imgH="253800" progId="Equation.DSMT4">
                  <p:embed/>
                  <p:pic>
                    <p:nvPicPr>
                      <p:cNvPr id="77" name="Object 23">
                        <a:extLst>
                          <a:ext uri="{FF2B5EF4-FFF2-40B4-BE49-F238E27FC236}">
                            <a16:creationId xmlns:a16="http://schemas.microsoft.com/office/drawing/2014/main" id="{55D0DCAB-4237-45C6-A1A1-0849ECFA7F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1329" y="4599570"/>
                        <a:ext cx="457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23">
            <a:extLst>
              <a:ext uri="{FF2B5EF4-FFF2-40B4-BE49-F238E27FC236}">
                <a16:creationId xmlns:a16="http://schemas.microsoft.com/office/drawing/2014/main" id="{52173E0A-9B17-4715-9D4A-C5971A3DB7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6056" y="5276706"/>
          <a:ext cx="457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" name="Equation" r:id="rId33" imgW="228600" imgH="253800" progId="Equation.DSMT4">
                  <p:embed/>
                </p:oleObj>
              </mc:Choice>
              <mc:Fallback>
                <p:oleObj name="Equation" r:id="rId33" imgW="228600" imgH="253800" progId="Equation.DSMT4">
                  <p:embed/>
                  <p:pic>
                    <p:nvPicPr>
                      <p:cNvPr id="78" name="Object 23">
                        <a:extLst>
                          <a:ext uri="{FF2B5EF4-FFF2-40B4-BE49-F238E27FC236}">
                            <a16:creationId xmlns:a16="http://schemas.microsoft.com/office/drawing/2014/main" id="{52173E0A-9B17-4715-9D4A-C5971A3DB7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6056" y="5276706"/>
                        <a:ext cx="457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Text Box 25">
            <a:extLst>
              <a:ext uri="{FF2B5EF4-FFF2-40B4-BE49-F238E27FC236}">
                <a16:creationId xmlns:a16="http://schemas.microsoft.com/office/drawing/2014/main" id="{D5F92E63-F96B-4ABD-9E22-F6D6AF9F5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0141" y="3311257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实体形式</a:t>
            </a:r>
          </a:p>
        </p:txBody>
      </p:sp>
      <p:sp>
        <p:nvSpPr>
          <p:cNvPr id="71" name="Text Box 25">
            <a:extLst>
              <a:ext uri="{FF2B5EF4-FFF2-40B4-BE49-F238E27FC236}">
                <a16:creationId xmlns:a16="http://schemas.microsoft.com/office/drawing/2014/main" id="{0DAC0805-0A6A-43D2-B40D-86CD801DA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9106" y="3311256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分量形式</a:t>
            </a:r>
            <a:endParaRPr lang="en-US" altLang="zh-CN" sz="2400" dirty="0">
              <a:solidFill>
                <a:srgbClr val="DD2BC8"/>
              </a:solidFill>
              <a:ea typeface="等线" panose="02010600030101010101" pitchFamily="2" charset="-122"/>
              <a:cs typeface="楷体_GB2312"/>
            </a:endParaRPr>
          </a:p>
        </p:txBody>
      </p:sp>
      <p:sp>
        <p:nvSpPr>
          <p:cNvPr id="73" name="Text Box 25">
            <a:extLst>
              <a:ext uri="{FF2B5EF4-FFF2-40B4-BE49-F238E27FC236}">
                <a16:creationId xmlns:a16="http://schemas.microsoft.com/office/drawing/2014/main" id="{50995DB5-B1DC-410E-A498-07E2B92C0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8033" y="4853572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实体形式</a:t>
            </a:r>
          </a:p>
        </p:txBody>
      </p:sp>
      <p:sp>
        <p:nvSpPr>
          <p:cNvPr id="74" name="Text Box 25">
            <a:extLst>
              <a:ext uri="{FF2B5EF4-FFF2-40B4-BE49-F238E27FC236}">
                <a16:creationId xmlns:a16="http://schemas.microsoft.com/office/drawing/2014/main" id="{A56F6CF0-48D3-4A04-A69E-972E48772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2305" y="4842758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分量形式</a:t>
            </a:r>
            <a:endParaRPr lang="en-US" altLang="zh-CN" sz="2400" dirty="0">
              <a:solidFill>
                <a:srgbClr val="DD2BC8"/>
              </a:solidFill>
              <a:ea typeface="等线" panose="02010600030101010101" pitchFamily="2" charset="-12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63947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5" grpId="0"/>
      <p:bldP spid="36" grpId="0"/>
      <p:bldP spid="37" grpId="0"/>
      <p:bldP spid="39" grpId="0" animBg="1"/>
      <p:bldP spid="41" grpId="0" animBg="1"/>
      <p:bldP spid="69" grpId="0"/>
      <p:bldP spid="71" grpId="0"/>
      <p:bldP spid="73" grpId="0"/>
      <p:bldP spid="7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Text Box 17">
            <a:extLst>
              <a:ext uri="{FF2B5EF4-FFF2-40B4-BE49-F238E27FC236}">
                <a16:creationId xmlns:a16="http://schemas.microsoft.com/office/drawing/2014/main" id="{73A20ECA-4A02-4041-BDBF-0481133DB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518" y="892390"/>
            <a:ext cx="19800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向量的表示</a:t>
            </a:r>
          </a:p>
        </p:txBody>
      </p:sp>
      <p:sp>
        <p:nvSpPr>
          <p:cNvPr id="46" name="标题 1">
            <a:extLst>
              <a:ext uri="{FF2B5EF4-FFF2-40B4-BE49-F238E27FC236}">
                <a16:creationId xmlns:a16="http://schemas.microsoft.com/office/drawing/2014/main" id="{57D3E813-AD81-4019-B52B-7A8A67ADDA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6223" y="-151079"/>
            <a:ext cx="2670924" cy="1325563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楷体_GB2312"/>
              </a:rPr>
              <a:t>指标表示</a:t>
            </a:r>
          </a:p>
        </p:txBody>
      </p:sp>
      <p:graphicFrame>
        <p:nvGraphicFramePr>
          <p:cNvPr id="41" name="Object 23">
            <a:extLst>
              <a:ext uri="{FF2B5EF4-FFF2-40B4-BE49-F238E27FC236}">
                <a16:creationId xmlns:a16="http://schemas.microsoft.com/office/drawing/2014/main" id="{0438EF92-0CDF-4253-A15E-408CF443D2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0000" y="1030288"/>
          <a:ext cx="2794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8" name="Equation" r:id="rId4" imgW="139680" imgH="126720" progId="Equation.DSMT4">
                  <p:embed/>
                </p:oleObj>
              </mc:Choice>
              <mc:Fallback>
                <p:oleObj name="Equation" r:id="rId4" imgW="139680" imgH="126720" progId="Equation.DSMT4">
                  <p:embed/>
                  <p:pic>
                    <p:nvPicPr>
                      <p:cNvPr id="41" name="Object 23">
                        <a:extLst>
                          <a:ext uri="{FF2B5EF4-FFF2-40B4-BE49-F238E27FC236}">
                            <a16:creationId xmlns:a16="http://schemas.microsoft.com/office/drawing/2014/main" id="{0438EF92-0CDF-4253-A15E-408CF443D2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1030288"/>
                        <a:ext cx="2794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9">
            <a:extLst>
              <a:ext uri="{FF2B5EF4-FFF2-40B4-BE49-F238E27FC236}">
                <a16:creationId xmlns:a16="http://schemas.microsoft.com/office/drawing/2014/main" id="{D41553C5-B6A7-4500-8824-0E568E8DD5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4175" y="917575"/>
          <a:ext cx="2413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" name="Equation" r:id="rId6" imgW="1206360" imgH="253800" progId="Equation.DSMT4">
                  <p:embed/>
                </p:oleObj>
              </mc:Choice>
              <mc:Fallback>
                <p:oleObj name="Equation" r:id="rId6" imgW="1206360" imgH="253800" progId="Equation.DSMT4">
                  <p:embed/>
                  <p:pic>
                    <p:nvPicPr>
                      <p:cNvPr id="42" name="Object 29">
                        <a:extLst>
                          <a:ext uri="{FF2B5EF4-FFF2-40B4-BE49-F238E27FC236}">
                            <a16:creationId xmlns:a16="http://schemas.microsoft.com/office/drawing/2014/main" id="{D41553C5-B6A7-4500-8824-0E568E8DD5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75" y="917575"/>
                        <a:ext cx="2413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3">
            <a:extLst>
              <a:ext uri="{FF2B5EF4-FFF2-40B4-BE49-F238E27FC236}">
                <a16:creationId xmlns:a16="http://schemas.microsoft.com/office/drawing/2014/main" id="{D0BF84E6-C501-466B-B120-5E1C772299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2418" y="1549116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" name="Equation" r:id="rId8" imgW="126720" imgH="164880" progId="Equation.DSMT4">
                  <p:embed/>
                </p:oleObj>
              </mc:Choice>
              <mc:Fallback>
                <p:oleObj name="Equation" r:id="rId8" imgW="126720" imgH="164880" progId="Equation.DSMT4">
                  <p:embed/>
                  <p:pic>
                    <p:nvPicPr>
                      <p:cNvPr id="44" name="Object 23">
                        <a:extLst>
                          <a:ext uri="{FF2B5EF4-FFF2-40B4-BE49-F238E27FC236}">
                            <a16:creationId xmlns:a16="http://schemas.microsoft.com/office/drawing/2014/main" id="{D0BF84E6-C501-466B-B120-5E1C772299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418" y="1549116"/>
                        <a:ext cx="2540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29">
            <a:extLst>
              <a:ext uri="{FF2B5EF4-FFF2-40B4-BE49-F238E27FC236}">
                <a16:creationId xmlns:a16="http://schemas.microsoft.com/office/drawing/2014/main" id="{306EE1DA-B301-4475-B0E7-B38D84F10B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9888" y="1474788"/>
          <a:ext cx="2311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" name="Equation" r:id="rId10" imgW="1155600" imgH="253800" progId="Equation.DSMT4">
                  <p:embed/>
                </p:oleObj>
              </mc:Choice>
              <mc:Fallback>
                <p:oleObj name="Equation" r:id="rId10" imgW="1155600" imgH="253800" progId="Equation.DSMT4">
                  <p:embed/>
                  <p:pic>
                    <p:nvPicPr>
                      <p:cNvPr id="45" name="Object 29">
                        <a:extLst>
                          <a:ext uri="{FF2B5EF4-FFF2-40B4-BE49-F238E27FC236}">
                            <a16:creationId xmlns:a16="http://schemas.microsoft.com/office/drawing/2014/main" id="{306EE1DA-B301-4475-B0E7-B38D84F10B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888" y="1474788"/>
                        <a:ext cx="2311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30">
            <a:extLst>
              <a:ext uri="{FF2B5EF4-FFF2-40B4-BE49-F238E27FC236}">
                <a16:creationId xmlns:a16="http://schemas.microsoft.com/office/drawing/2014/main" id="{95FC32A6-0070-46EB-87D1-F7A902602A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8829" y="2154611"/>
          <a:ext cx="279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" name="Equation" r:id="rId12" imgW="139680" imgH="266400" progId="Equation.DSMT4">
                  <p:embed/>
                </p:oleObj>
              </mc:Choice>
              <mc:Fallback>
                <p:oleObj name="Equation" r:id="rId12" imgW="139680" imgH="266400" progId="Equation.DSMT4">
                  <p:embed/>
                  <p:pic>
                    <p:nvPicPr>
                      <p:cNvPr id="48" name="Object 30">
                        <a:extLst>
                          <a:ext uri="{FF2B5EF4-FFF2-40B4-BE49-F238E27FC236}">
                            <a16:creationId xmlns:a16="http://schemas.microsoft.com/office/drawing/2014/main" id="{95FC32A6-0070-46EB-87D1-F7A902602A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8829" y="2154611"/>
                        <a:ext cx="279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30">
            <a:extLst>
              <a:ext uri="{FF2B5EF4-FFF2-40B4-BE49-F238E27FC236}">
                <a16:creationId xmlns:a16="http://schemas.microsoft.com/office/drawing/2014/main" id="{5DE3008F-1AA7-40AF-84C5-94899BD52D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88066" y="2129346"/>
          <a:ext cx="304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" name="Equation" r:id="rId14" imgW="152280" imgH="253800" progId="Equation.DSMT4">
                  <p:embed/>
                </p:oleObj>
              </mc:Choice>
              <mc:Fallback>
                <p:oleObj name="Equation" r:id="rId14" imgW="152280" imgH="253800" progId="Equation.DSMT4">
                  <p:embed/>
                  <p:pic>
                    <p:nvPicPr>
                      <p:cNvPr id="50" name="Object 30">
                        <a:extLst>
                          <a:ext uri="{FF2B5EF4-FFF2-40B4-BE49-F238E27FC236}">
                            <a16:creationId xmlns:a16="http://schemas.microsoft.com/office/drawing/2014/main" id="{5DE3008F-1AA7-40AF-84C5-94899BD52D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8066" y="2129346"/>
                        <a:ext cx="304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23">
            <a:extLst>
              <a:ext uri="{FF2B5EF4-FFF2-40B4-BE49-F238E27FC236}">
                <a16:creationId xmlns:a16="http://schemas.microsoft.com/office/drawing/2014/main" id="{2C354E98-2B2F-4784-B229-C79C0ED0A8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198" y="2200330"/>
          <a:ext cx="660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4" name="Equation" r:id="rId16" imgW="330120" imgH="203040" progId="Equation.DSMT4">
                  <p:embed/>
                </p:oleObj>
              </mc:Choice>
              <mc:Fallback>
                <p:oleObj name="Equation" r:id="rId16" imgW="330120" imgH="203040" progId="Equation.DSMT4">
                  <p:embed/>
                  <p:pic>
                    <p:nvPicPr>
                      <p:cNvPr id="51" name="Object 23">
                        <a:extLst>
                          <a:ext uri="{FF2B5EF4-FFF2-40B4-BE49-F238E27FC236}">
                            <a16:creationId xmlns:a16="http://schemas.microsoft.com/office/drawing/2014/main" id="{2C354E98-2B2F-4784-B229-C79C0ED0A8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198" y="2200330"/>
                        <a:ext cx="660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25">
            <a:extLst>
              <a:ext uri="{FF2B5EF4-FFF2-40B4-BE49-F238E27FC236}">
                <a16:creationId xmlns:a16="http://schemas.microsoft.com/office/drawing/2014/main" id="{AD84CBAD-A428-4F18-B9CE-E28EAC17B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1957" y="1469737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分量形式</a:t>
            </a:r>
            <a:endParaRPr lang="en-US" altLang="zh-CN" sz="2400" dirty="0">
              <a:solidFill>
                <a:srgbClr val="DD2BC8"/>
              </a:solidFill>
              <a:ea typeface="等线" panose="02010600030101010101" pitchFamily="2" charset="-122"/>
              <a:cs typeface="楷体_GB2312"/>
            </a:endParaRPr>
          </a:p>
        </p:txBody>
      </p:sp>
      <p:sp>
        <p:nvSpPr>
          <p:cNvPr id="54" name="Text Box 25">
            <a:extLst>
              <a:ext uri="{FF2B5EF4-FFF2-40B4-BE49-F238E27FC236}">
                <a16:creationId xmlns:a16="http://schemas.microsoft.com/office/drawing/2014/main" id="{502A496C-94CC-4133-94FD-0D5DD7B39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145" y="4046209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张量的表示</a:t>
            </a:r>
          </a:p>
        </p:txBody>
      </p:sp>
      <p:graphicFrame>
        <p:nvGraphicFramePr>
          <p:cNvPr id="55" name="Object 23">
            <a:extLst>
              <a:ext uri="{FF2B5EF4-FFF2-40B4-BE49-F238E27FC236}">
                <a16:creationId xmlns:a16="http://schemas.microsoft.com/office/drawing/2014/main" id="{C423DD78-669E-40C6-AC6A-1ED314547B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8675" y="4692650"/>
          <a:ext cx="26162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5" name="Equation" r:id="rId18" imgW="1307880" imgH="787320" progId="Equation.DSMT4">
                  <p:embed/>
                </p:oleObj>
              </mc:Choice>
              <mc:Fallback>
                <p:oleObj name="Equation" r:id="rId18" imgW="1307880" imgH="787320" progId="Equation.DSMT4">
                  <p:embed/>
                  <p:pic>
                    <p:nvPicPr>
                      <p:cNvPr id="55" name="Object 23">
                        <a:extLst>
                          <a:ext uri="{FF2B5EF4-FFF2-40B4-BE49-F238E27FC236}">
                            <a16:creationId xmlns:a16="http://schemas.microsoft.com/office/drawing/2014/main" id="{C423DD78-669E-40C6-AC6A-1ED314547B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4692650"/>
                        <a:ext cx="2616200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30">
            <a:extLst>
              <a:ext uri="{FF2B5EF4-FFF2-40B4-BE49-F238E27FC236}">
                <a16:creationId xmlns:a16="http://schemas.microsoft.com/office/drawing/2014/main" id="{EB8D3357-B157-4098-8FD7-7464535E85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5700" y="4654137"/>
          <a:ext cx="431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6" name="Equation" r:id="rId20" imgW="215640" imgH="266400" progId="Equation.DSMT4">
                  <p:embed/>
                </p:oleObj>
              </mc:Choice>
              <mc:Fallback>
                <p:oleObj name="Equation" r:id="rId20" imgW="215640" imgH="266400" progId="Equation.DSMT4">
                  <p:embed/>
                  <p:pic>
                    <p:nvPicPr>
                      <p:cNvPr id="60" name="Object 30">
                        <a:extLst>
                          <a:ext uri="{FF2B5EF4-FFF2-40B4-BE49-F238E27FC236}">
                            <a16:creationId xmlns:a16="http://schemas.microsoft.com/office/drawing/2014/main" id="{EB8D3357-B157-4098-8FD7-7464535E85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4654137"/>
                        <a:ext cx="431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23">
            <a:extLst>
              <a:ext uri="{FF2B5EF4-FFF2-40B4-BE49-F238E27FC236}">
                <a16:creationId xmlns:a16="http://schemas.microsoft.com/office/drawing/2014/main" id="{2EA9C564-83C8-441A-A273-E554C090E4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4350" y="4730750"/>
          <a:ext cx="482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7" name="Equation" r:id="rId22" imgW="241200" imgH="164880" progId="Equation.DSMT4">
                  <p:embed/>
                </p:oleObj>
              </mc:Choice>
              <mc:Fallback>
                <p:oleObj name="Equation" r:id="rId22" imgW="241200" imgH="164880" progId="Equation.DSMT4">
                  <p:embed/>
                  <p:pic>
                    <p:nvPicPr>
                      <p:cNvPr id="61" name="Object 23">
                        <a:extLst>
                          <a:ext uri="{FF2B5EF4-FFF2-40B4-BE49-F238E27FC236}">
                            <a16:creationId xmlns:a16="http://schemas.microsoft.com/office/drawing/2014/main" id="{2EA9C564-83C8-441A-A273-E554C090E4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4350" y="4730750"/>
                        <a:ext cx="482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30">
            <a:extLst>
              <a:ext uri="{FF2B5EF4-FFF2-40B4-BE49-F238E27FC236}">
                <a16:creationId xmlns:a16="http://schemas.microsoft.com/office/drawing/2014/main" id="{6790ACEA-182F-45EE-BAD1-853EDE8B7A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1250" y="5267265"/>
          <a:ext cx="508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8" name="Equation" r:id="rId24" imgW="253800" imgH="266400" progId="Equation.DSMT4">
                  <p:embed/>
                </p:oleObj>
              </mc:Choice>
              <mc:Fallback>
                <p:oleObj name="Equation" r:id="rId24" imgW="253800" imgH="266400" progId="Equation.DSMT4">
                  <p:embed/>
                  <p:pic>
                    <p:nvPicPr>
                      <p:cNvPr id="62" name="Object 30">
                        <a:extLst>
                          <a:ext uri="{FF2B5EF4-FFF2-40B4-BE49-F238E27FC236}">
                            <a16:creationId xmlns:a16="http://schemas.microsoft.com/office/drawing/2014/main" id="{6790ACEA-182F-45EE-BAD1-853EDE8B7A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0" y="5267265"/>
                        <a:ext cx="508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30">
            <a:extLst>
              <a:ext uri="{FF2B5EF4-FFF2-40B4-BE49-F238E27FC236}">
                <a16:creationId xmlns:a16="http://schemas.microsoft.com/office/drawing/2014/main" id="{B1BC0558-F754-4EFA-8C6C-314E5032A1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8550" y="5864752"/>
          <a:ext cx="558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9" name="Equation" r:id="rId26" imgW="279360" imgH="266400" progId="Equation.DSMT4">
                  <p:embed/>
                </p:oleObj>
              </mc:Choice>
              <mc:Fallback>
                <p:oleObj name="Equation" r:id="rId26" imgW="279360" imgH="266400" progId="Equation.DSMT4">
                  <p:embed/>
                  <p:pic>
                    <p:nvPicPr>
                      <p:cNvPr id="63" name="Object 30">
                        <a:extLst>
                          <a:ext uri="{FF2B5EF4-FFF2-40B4-BE49-F238E27FC236}">
                            <a16:creationId xmlns:a16="http://schemas.microsoft.com/office/drawing/2014/main" id="{B1BC0558-F754-4EFA-8C6C-314E5032A1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8550" y="5864752"/>
                        <a:ext cx="558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30">
            <a:extLst>
              <a:ext uri="{FF2B5EF4-FFF2-40B4-BE49-F238E27FC236}">
                <a16:creationId xmlns:a16="http://schemas.microsoft.com/office/drawing/2014/main" id="{C89A5ED2-38E6-4F57-A535-C1675E30C3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8054" y="2678270"/>
          <a:ext cx="812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" name="Equation" r:id="rId28" imgW="406080" imgH="253800" progId="Equation.DSMT4">
                  <p:embed/>
                </p:oleObj>
              </mc:Choice>
              <mc:Fallback>
                <p:oleObj name="Equation" r:id="rId28" imgW="406080" imgH="253800" progId="Equation.DSMT4">
                  <p:embed/>
                  <p:pic>
                    <p:nvPicPr>
                      <p:cNvPr id="64" name="Object 30">
                        <a:extLst>
                          <a:ext uri="{FF2B5EF4-FFF2-40B4-BE49-F238E27FC236}">
                            <a16:creationId xmlns:a16="http://schemas.microsoft.com/office/drawing/2014/main" id="{C89A5ED2-38E6-4F57-A535-C1675E30C3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8054" y="2678270"/>
                        <a:ext cx="812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23">
            <a:extLst>
              <a:ext uri="{FF2B5EF4-FFF2-40B4-BE49-F238E27FC236}">
                <a16:creationId xmlns:a16="http://schemas.microsoft.com/office/drawing/2014/main" id="{6566C223-35D3-41D4-8234-48C66D33EF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5856" y="2739334"/>
          <a:ext cx="889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" name="Equation" r:id="rId30" imgW="444240" imgH="164880" progId="Equation.DSMT4">
                  <p:embed/>
                </p:oleObj>
              </mc:Choice>
              <mc:Fallback>
                <p:oleObj name="Equation" r:id="rId30" imgW="444240" imgH="164880" progId="Equation.DSMT4">
                  <p:embed/>
                  <p:pic>
                    <p:nvPicPr>
                      <p:cNvPr id="67" name="Object 23">
                        <a:extLst>
                          <a:ext uri="{FF2B5EF4-FFF2-40B4-BE49-F238E27FC236}">
                            <a16:creationId xmlns:a16="http://schemas.microsoft.com/office/drawing/2014/main" id="{6566C223-35D3-41D4-8234-48C66D33EF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5856" y="2739334"/>
                        <a:ext cx="8890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23">
            <a:extLst>
              <a:ext uri="{FF2B5EF4-FFF2-40B4-BE49-F238E27FC236}">
                <a16:creationId xmlns:a16="http://schemas.microsoft.com/office/drawing/2014/main" id="{FDD877BE-A363-41E8-84C9-037DC4DF86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9116" y="3299032"/>
          <a:ext cx="762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" name="Equation" r:id="rId32" imgW="380880" imgH="164880" progId="Equation.DSMT4">
                  <p:embed/>
                </p:oleObj>
              </mc:Choice>
              <mc:Fallback>
                <p:oleObj name="Equation" r:id="rId32" imgW="380880" imgH="164880" progId="Equation.DSMT4">
                  <p:embed/>
                  <p:pic>
                    <p:nvPicPr>
                      <p:cNvPr id="68" name="Object 23">
                        <a:extLst>
                          <a:ext uri="{FF2B5EF4-FFF2-40B4-BE49-F238E27FC236}">
                            <a16:creationId xmlns:a16="http://schemas.microsoft.com/office/drawing/2014/main" id="{FDD877BE-A363-41E8-84C9-037DC4DF86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9116" y="3299032"/>
                        <a:ext cx="7620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30">
            <a:extLst>
              <a:ext uri="{FF2B5EF4-FFF2-40B4-BE49-F238E27FC236}">
                <a16:creationId xmlns:a16="http://schemas.microsoft.com/office/drawing/2014/main" id="{54079291-9185-4172-8AE6-84BA8E3CA2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8054" y="3253378"/>
          <a:ext cx="736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" name="Equation" r:id="rId34" imgW="368280" imgH="253800" progId="Equation.DSMT4">
                  <p:embed/>
                </p:oleObj>
              </mc:Choice>
              <mc:Fallback>
                <p:oleObj name="Equation" r:id="rId34" imgW="368280" imgH="253800" progId="Equation.DSMT4">
                  <p:embed/>
                  <p:pic>
                    <p:nvPicPr>
                      <p:cNvPr id="69" name="Object 30">
                        <a:extLst>
                          <a:ext uri="{FF2B5EF4-FFF2-40B4-BE49-F238E27FC236}">
                            <a16:creationId xmlns:a16="http://schemas.microsoft.com/office/drawing/2014/main" id="{54079291-9185-4172-8AE6-84BA8E3CA2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8054" y="3253378"/>
                        <a:ext cx="736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Text Box 25">
            <a:extLst>
              <a:ext uri="{FF2B5EF4-FFF2-40B4-BE49-F238E27FC236}">
                <a16:creationId xmlns:a16="http://schemas.microsoft.com/office/drawing/2014/main" id="{AC470FD5-28AC-4649-9ABD-346B14731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1443" y="3253086"/>
            <a:ext cx="26468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爱因斯坦求和约定</a:t>
            </a:r>
          </a:p>
        </p:txBody>
      </p:sp>
      <p:graphicFrame>
        <p:nvGraphicFramePr>
          <p:cNvPr id="71" name="Object 30">
            <a:extLst>
              <a:ext uri="{FF2B5EF4-FFF2-40B4-BE49-F238E27FC236}">
                <a16:creationId xmlns:a16="http://schemas.microsoft.com/office/drawing/2014/main" id="{889CCF6D-6A2C-4A32-8B14-94B0CF0881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5574" y="3245450"/>
          <a:ext cx="736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" name="Equation" r:id="rId36" imgW="368280" imgH="253800" progId="Equation.DSMT4">
                  <p:embed/>
                </p:oleObj>
              </mc:Choice>
              <mc:Fallback>
                <p:oleObj name="Equation" r:id="rId36" imgW="368280" imgH="253800" progId="Equation.DSMT4">
                  <p:embed/>
                  <p:pic>
                    <p:nvPicPr>
                      <p:cNvPr id="71" name="Object 30">
                        <a:extLst>
                          <a:ext uri="{FF2B5EF4-FFF2-40B4-BE49-F238E27FC236}">
                            <a16:creationId xmlns:a16="http://schemas.microsoft.com/office/drawing/2014/main" id="{889CCF6D-6A2C-4A32-8B14-94B0CF0881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5574" y="3245450"/>
                        <a:ext cx="736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Text Box 25">
            <a:extLst>
              <a:ext uri="{FF2B5EF4-FFF2-40B4-BE49-F238E27FC236}">
                <a16:creationId xmlns:a16="http://schemas.microsoft.com/office/drawing/2014/main" id="{B628B107-A649-41A0-973F-A0489362A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8723" y="5259241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三阶</a:t>
            </a:r>
          </a:p>
        </p:txBody>
      </p:sp>
      <p:sp>
        <p:nvSpPr>
          <p:cNvPr id="73" name="Text Box 25">
            <a:extLst>
              <a:ext uri="{FF2B5EF4-FFF2-40B4-BE49-F238E27FC236}">
                <a16:creationId xmlns:a16="http://schemas.microsoft.com/office/drawing/2014/main" id="{EF52E547-B8CF-4CB9-A98E-585B68BCD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4530" y="5816272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四阶</a:t>
            </a:r>
          </a:p>
        </p:txBody>
      </p:sp>
      <p:sp>
        <p:nvSpPr>
          <p:cNvPr id="74" name="Text Box 25">
            <a:extLst>
              <a:ext uri="{FF2B5EF4-FFF2-40B4-BE49-F238E27FC236}">
                <a16:creationId xmlns:a16="http://schemas.microsoft.com/office/drawing/2014/main" id="{4F3B58EF-C282-4C58-B749-5048B436B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8723" y="4647120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二阶</a:t>
            </a:r>
          </a:p>
        </p:txBody>
      </p:sp>
      <p:graphicFrame>
        <p:nvGraphicFramePr>
          <p:cNvPr id="89" name="Object 29">
            <a:extLst>
              <a:ext uri="{FF2B5EF4-FFF2-40B4-BE49-F238E27FC236}">
                <a16:creationId xmlns:a16="http://schemas.microsoft.com/office/drawing/2014/main" id="{C7033544-5A05-4C69-B7E9-BD836F226B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8313" y="784910"/>
          <a:ext cx="16002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" name="Equation" r:id="rId38" imgW="799920" imgH="330120" progId="Equation.DSMT4">
                  <p:embed/>
                </p:oleObj>
              </mc:Choice>
              <mc:Fallback>
                <p:oleObj name="Equation" r:id="rId38" imgW="799920" imgH="330120" progId="Equation.DSMT4">
                  <p:embed/>
                  <p:pic>
                    <p:nvPicPr>
                      <p:cNvPr id="89" name="Object 29">
                        <a:extLst>
                          <a:ext uri="{FF2B5EF4-FFF2-40B4-BE49-F238E27FC236}">
                            <a16:creationId xmlns:a16="http://schemas.microsoft.com/office/drawing/2014/main" id="{C7033544-5A05-4C69-B7E9-BD836F226B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8313" y="784910"/>
                        <a:ext cx="16002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29">
            <a:extLst>
              <a:ext uri="{FF2B5EF4-FFF2-40B4-BE49-F238E27FC236}">
                <a16:creationId xmlns:a16="http://schemas.microsoft.com/office/drawing/2014/main" id="{5A89F727-FDB1-449E-8A99-7A9E69EC9D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4235" y="1340361"/>
          <a:ext cx="1498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" name="Equation" r:id="rId40" imgW="749160" imgH="330120" progId="Equation.DSMT4">
                  <p:embed/>
                </p:oleObj>
              </mc:Choice>
              <mc:Fallback>
                <p:oleObj name="Equation" r:id="rId40" imgW="749160" imgH="330120" progId="Equation.DSMT4">
                  <p:embed/>
                  <p:pic>
                    <p:nvPicPr>
                      <p:cNvPr id="90" name="Object 29">
                        <a:extLst>
                          <a:ext uri="{FF2B5EF4-FFF2-40B4-BE49-F238E27FC236}">
                            <a16:creationId xmlns:a16="http://schemas.microsoft.com/office/drawing/2014/main" id="{5A89F727-FDB1-449E-8A99-7A9E69EC9D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4235" y="1340361"/>
                        <a:ext cx="1498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25">
            <a:extLst>
              <a:ext uri="{FF2B5EF4-FFF2-40B4-BE49-F238E27FC236}">
                <a16:creationId xmlns:a16="http://schemas.microsoft.com/office/drawing/2014/main" id="{33BBAAA5-5EB2-43E5-B703-FB3F781ED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968" y="1482070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实体形式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19F0EFA-7947-4835-8F2A-7A44B039FDD1}"/>
              </a:ext>
            </a:extLst>
          </p:cNvPr>
          <p:cNvSpPr txBox="1"/>
          <p:nvPr/>
        </p:nvSpPr>
        <p:spPr>
          <a:xfrm>
            <a:off x="4744798" y="241214"/>
            <a:ext cx="23484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（分量形式）</a:t>
            </a:r>
            <a:endParaRPr lang="zh-CN" altLang="en-US" sz="2800" dirty="0"/>
          </a:p>
        </p:txBody>
      </p:sp>
      <p:graphicFrame>
        <p:nvGraphicFramePr>
          <p:cNvPr id="33" name="Object 23">
            <a:extLst>
              <a:ext uri="{FF2B5EF4-FFF2-40B4-BE49-F238E27FC236}">
                <a16:creationId xmlns:a16="http://schemas.microsoft.com/office/drawing/2014/main" id="{3EA7DBF8-197F-42E4-84BB-2AEB83DE5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3875" y="5335588"/>
          <a:ext cx="508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" name="Equation" r:id="rId42" imgW="253800" imgH="164880" progId="Equation.DSMT4">
                  <p:embed/>
                </p:oleObj>
              </mc:Choice>
              <mc:Fallback>
                <p:oleObj name="Equation" r:id="rId42" imgW="253800" imgH="164880" progId="Equation.DSMT4">
                  <p:embed/>
                  <p:pic>
                    <p:nvPicPr>
                      <p:cNvPr id="33" name="Object 23">
                        <a:extLst>
                          <a:ext uri="{FF2B5EF4-FFF2-40B4-BE49-F238E27FC236}">
                            <a16:creationId xmlns:a16="http://schemas.microsoft.com/office/drawing/2014/main" id="{3EA7DBF8-197F-42E4-84BB-2AEB83DE5A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75" y="5335588"/>
                        <a:ext cx="5080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3">
            <a:extLst>
              <a:ext uri="{FF2B5EF4-FFF2-40B4-BE49-F238E27FC236}">
                <a16:creationId xmlns:a16="http://schemas.microsoft.com/office/drawing/2014/main" id="{87484C83-309D-4C6F-8BA2-0E0E7B8CFD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9438" y="5927725"/>
          <a:ext cx="482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" name="Equation" r:id="rId44" imgW="241200" imgH="164880" progId="Equation.DSMT4">
                  <p:embed/>
                </p:oleObj>
              </mc:Choice>
              <mc:Fallback>
                <p:oleObj name="Equation" r:id="rId44" imgW="241200" imgH="164880" progId="Equation.DSMT4">
                  <p:embed/>
                  <p:pic>
                    <p:nvPicPr>
                      <p:cNvPr id="34" name="Object 23">
                        <a:extLst>
                          <a:ext uri="{FF2B5EF4-FFF2-40B4-BE49-F238E27FC236}">
                            <a16:creationId xmlns:a16="http://schemas.microsoft.com/office/drawing/2014/main" id="{87484C83-309D-4C6F-8BA2-0E0E7B8CFD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9438" y="5927725"/>
                        <a:ext cx="482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25">
            <a:extLst>
              <a:ext uri="{FF2B5EF4-FFF2-40B4-BE49-F238E27FC236}">
                <a16:creationId xmlns:a16="http://schemas.microsoft.com/office/drawing/2014/main" id="{EDAA09F7-0A3F-4377-9D84-1AB18CFBA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192" y="2181429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自由指标</a:t>
            </a:r>
          </a:p>
        </p:txBody>
      </p:sp>
      <p:sp>
        <p:nvSpPr>
          <p:cNvPr id="36" name="Text Box 25">
            <a:extLst>
              <a:ext uri="{FF2B5EF4-FFF2-40B4-BE49-F238E27FC236}">
                <a16:creationId xmlns:a16="http://schemas.microsoft.com/office/drawing/2014/main" id="{0BBE5467-D235-441F-BB7B-C687B83DF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6564" y="4108421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实体形式</a:t>
            </a:r>
          </a:p>
        </p:txBody>
      </p:sp>
      <p:sp>
        <p:nvSpPr>
          <p:cNvPr id="37" name="Text Box 25">
            <a:extLst>
              <a:ext uri="{FF2B5EF4-FFF2-40B4-BE49-F238E27FC236}">
                <a16:creationId xmlns:a16="http://schemas.microsoft.com/office/drawing/2014/main" id="{FD044F8C-43A0-49CC-930A-DAC53548A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4882" y="4108421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分量形式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1D92029-7ADB-4A72-8242-8522AC94646F}"/>
              </a:ext>
            </a:extLst>
          </p:cNvPr>
          <p:cNvGrpSpPr/>
          <p:nvPr/>
        </p:nvGrpSpPr>
        <p:grpSpPr>
          <a:xfrm>
            <a:off x="3486799" y="6381974"/>
            <a:ext cx="2986715" cy="461665"/>
            <a:chOff x="2169427" y="6345535"/>
            <a:chExt cx="2986715" cy="461665"/>
          </a:xfrm>
        </p:grpSpPr>
        <p:sp>
          <p:nvSpPr>
            <p:cNvPr id="38" name="Text Box 25">
              <a:extLst>
                <a:ext uri="{FF2B5EF4-FFF2-40B4-BE49-F238E27FC236}">
                  <a16:creationId xmlns:a16="http://schemas.microsoft.com/office/drawing/2014/main" id="{B17C7F85-02BF-4D6F-A23F-001B8CFEE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9427" y="6345535"/>
              <a:ext cx="298671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0000FF"/>
                  </a:solidFill>
                  <a:ea typeface="等线" panose="02010600030101010101" pitchFamily="2" charset="-122"/>
                  <a:cs typeface="楷体_GB2312"/>
                </a:rPr>
                <a:t>标量    的分量形式？</a:t>
              </a:r>
            </a:p>
          </p:txBody>
        </p:sp>
        <p:graphicFrame>
          <p:nvGraphicFramePr>
            <p:cNvPr id="39" name="Object 30">
              <a:extLst>
                <a:ext uri="{FF2B5EF4-FFF2-40B4-BE49-F238E27FC236}">
                  <a16:creationId xmlns:a16="http://schemas.microsoft.com/office/drawing/2014/main" id="{BC11DEBD-F709-4C81-93AF-7FF67C06AC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1950" y="6411913"/>
            <a:ext cx="279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9" name="Equation" r:id="rId46" imgW="139680" imgH="164880" progId="Equation.DSMT4">
                    <p:embed/>
                  </p:oleObj>
                </mc:Choice>
                <mc:Fallback>
                  <p:oleObj name="Equation" r:id="rId46" imgW="139680" imgH="164880" progId="Equation.DSMT4">
                    <p:embed/>
                    <p:pic>
                      <p:nvPicPr>
                        <p:cNvPr id="39" name="Object 30">
                          <a:extLst>
                            <a:ext uri="{FF2B5EF4-FFF2-40B4-BE49-F238E27FC236}">
                              <a16:creationId xmlns:a16="http://schemas.microsoft.com/office/drawing/2014/main" id="{BC11DEBD-F709-4C81-93AF-7FF67C06AC2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1950" y="6411913"/>
                          <a:ext cx="2794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4" grpId="0"/>
      <p:bldP spid="70" grpId="0"/>
      <p:bldP spid="72" grpId="0"/>
      <p:bldP spid="73" grpId="0"/>
      <p:bldP spid="74" grpId="0"/>
      <p:bldP spid="30" grpId="0"/>
      <p:bldP spid="35" grpId="0"/>
      <p:bldP spid="36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A77A8694-63B3-4D14-BF71-D91F16E6CE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6538" y="-151079"/>
            <a:ext cx="2670924" cy="1325563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楷体_GB2312"/>
              </a:rPr>
              <a:t>张量运算</a:t>
            </a:r>
          </a:p>
        </p:txBody>
      </p:sp>
      <p:sp>
        <p:nvSpPr>
          <p:cNvPr id="4" name="Text Box 25">
            <a:extLst>
              <a:ext uri="{FF2B5EF4-FFF2-40B4-BE49-F238E27FC236}">
                <a16:creationId xmlns:a16="http://schemas.microsoft.com/office/drawing/2014/main" id="{74493248-8753-411D-98A3-308C363AB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071" y="1085711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点乘</a:t>
            </a:r>
          </a:p>
        </p:txBody>
      </p:sp>
      <p:graphicFrame>
        <p:nvGraphicFramePr>
          <p:cNvPr id="5" name="Object 30">
            <a:extLst>
              <a:ext uri="{FF2B5EF4-FFF2-40B4-BE49-F238E27FC236}">
                <a16:creationId xmlns:a16="http://schemas.microsoft.com/office/drawing/2014/main" id="{999BD52F-B733-47F7-B8D8-1DADBFC40F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95650" y="1457325"/>
          <a:ext cx="660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Equation" r:id="rId3" imgW="330120" imgH="266400" progId="Equation.DSMT4">
                  <p:embed/>
                </p:oleObj>
              </mc:Choice>
              <mc:Fallback>
                <p:oleObj name="Equation" r:id="rId3" imgW="330120" imgH="266400" progId="Equation.DSMT4">
                  <p:embed/>
                  <p:pic>
                    <p:nvPicPr>
                      <p:cNvPr id="5" name="Object 30">
                        <a:extLst>
                          <a:ext uri="{FF2B5EF4-FFF2-40B4-BE49-F238E27FC236}">
                            <a16:creationId xmlns:a16="http://schemas.microsoft.com/office/drawing/2014/main" id="{999BD52F-B733-47F7-B8D8-1DADBFC40F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5650" y="1457325"/>
                        <a:ext cx="660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0">
            <a:extLst>
              <a:ext uri="{FF2B5EF4-FFF2-40B4-BE49-F238E27FC236}">
                <a16:creationId xmlns:a16="http://schemas.microsoft.com/office/drawing/2014/main" id="{CA97B51A-B7F2-46F7-994A-210A72222B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7038" y="1409700"/>
          <a:ext cx="635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Equation" r:id="rId5" imgW="317160" imgH="266400" progId="Equation.DSMT4">
                  <p:embed/>
                </p:oleObj>
              </mc:Choice>
              <mc:Fallback>
                <p:oleObj name="Equation" r:id="rId5" imgW="317160" imgH="266400" progId="Equation.DSMT4">
                  <p:embed/>
                  <p:pic>
                    <p:nvPicPr>
                      <p:cNvPr id="8" name="Object 30">
                        <a:extLst>
                          <a:ext uri="{FF2B5EF4-FFF2-40B4-BE49-F238E27FC236}">
                            <a16:creationId xmlns:a16="http://schemas.microsoft.com/office/drawing/2014/main" id="{CA97B51A-B7F2-46F7-994A-210A72222B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7038" y="1409700"/>
                        <a:ext cx="635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3">
            <a:extLst>
              <a:ext uri="{FF2B5EF4-FFF2-40B4-BE49-F238E27FC236}">
                <a16:creationId xmlns:a16="http://schemas.microsoft.com/office/drawing/2014/main" id="{136B9D3F-33A2-45D2-B33D-09B98930ED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9788" y="1568450"/>
          <a:ext cx="863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Equation" r:id="rId7" imgW="431640" imgH="164880" progId="Equation.DSMT4">
                  <p:embed/>
                </p:oleObj>
              </mc:Choice>
              <mc:Fallback>
                <p:oleObj name="Equation" r:id="rId7" imgW="431640" imgH="164880" progId="Equation.DSMT4">
                  <p:embed/>
                  <p:pic>
                    <p:nvPicPr>
                      <p:cNvPr id="11" name="Object 23">
                        <a:extLst>
                          <a:ext uri="{FF2B5EF4-FFF2-40B4-BE49-F238E27FC236}">
                            <a16:creationId xmlns:a16="http://schemas.microsoft.com/office/drawing/2014/main" id="{136B9D3F-33A2-45D2-B33D-09B98930ED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788" y="1568450"/>
                        <a:ext cx="863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3">
            <a:extLst>
              <a:ext uri="{FF2B5EF4-FFF2-40B4-BE49-F238E27FC236}">
                <a16:creationId xmlns:a16="http://schemas.microsoft.com/office/drawing/2014/main" id="{E209ADE8-5C4B-449F-AC0C-24111FCFEE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00675" y="1511300"/>
          <a:ext cx="863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Equation" r:id="rId9" imgW="431640" imgH="164880" progId="Equation.DSMT4">
                  <p:embed/>
                </p:oleObj>
              </mc:Choice>
              <mc:Fallback>
                <p:oleObj name="Equation" r:id="rId9" imgW="431640" imgH="16488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E209ADE8-5C4B-449F-AC0C-24111FCFEE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675" y="1511300"/>
                        <a:ext cx="863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3">
            <a:extLst>
              <a:ext uri="{FF2B5EF4-FFF2-40B4-BE49-F238E27FC236}">
                <a16:creationId xmlns:a16="http://schemas.microsoft.com/office/drawing/2014/main" id="{10A2FE82-413D-4121-9BDA-4135869750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9775" y="2001838"/>
          <a:ext cx="812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Equation" r:id="rId11" imgW="406080" imgH="266400" progId="Equation.DSMT4">
                  <p:embed/>
                </p:oleObj>
              </mc:Choice>
              <mc:Fallback>
                <p:oleObj name="Equation" r:id="rId11" imgW="406080" imgH="266400" progId="Equation.DSMT4">
                  <p:embed/>
                  <p:pic>
                    <p:nvPicPr>
                      <p:cNvPr id="14" name="Object 23">
                        <a:extLst>
                          <a:ext uri="{FF2B5EF4-FFF2-40B4-BE49-F238E27FC236}">
                            <a16:creationId xmlns:a16="http://schemas.microsoft.com/office/drawing/2014/main" id="{10A2FE82-413D-4121-9BDA-4135869750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9775" y="2001838"/>
                        <a:ext cx="812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0">
            <a:extLst>
              <a:ext uri="{FF2B5EF4-FFF2-40B4-BE49-F238E27FC236}">
                <a16:creationId xmlns:a16="http://schemas.microsoft.com/office/drawing/2014/main" id="{78EF9AA9-7741-47B3-8B2E-AA932586B2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2738" y="1963370"/>
          <a:ext cx="863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Equation" r:id="rId13" imgW="431640" imgH="266400" progId="Equation.DSMT4">
                  <p:embed/>
                </p:oleObj>
              </mc:Choice>
              <mc:Fallback>
                <p:oleObj name="Equation" r:id="rId13" imgW="431640" imgH="266400" progId="Equation.DSMT4">
                  <p:embed/>
                  <p:pic>
                    <p:nvPicPr>
                      <p:cNvPr id="15" name="Object 30">
                        <a:extLst>
                          <a:ext uri="{FF2B5EF4-FFF2-40B4-BE49-F238E27FC236}">
                            <a16:creationId xmlns:a16="http://schemas.microsoft.com/office/drawing/2014/main" id="{78EF9AA9-7741-47B3-8B2E-AA932586B2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2738" y="1963370"/>
                        <a:ext cx="863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3">
            <a:extLst>
              <a:ext uri="{FF2B5EF4-FFF2-40B4-BE49-F238E27FC236}">
                <a16:creationId xmlns:a16="http://schemas.microsoft.com/office/drawing/2014/main" id="{16A8AC3A-EC25-42F1-A23F-6EC7996908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2117725"/>
          <a:ext cx="939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Equation" r:id="rId15" imgW="469800" imgH="164880" progId="Equation.DSMT4">
                  <p:embed/>
                </p:oleObj>
              </mc:Choice>
              <mc:Fallback>
                <p:oleObj name="Equation" r:id="rId15" imgW="469800" imgH="164880" progId="Equation.DSMT4">
                  <p:embed/>
                  <p:pic>
                    <p:nvPicPr>
                      <p:cNvPr id="16" name="Object 23">
                        <a:extLst>
                          <a:ext uri="{FF2B5EF4-FFF2-40B4-BE49-F238E27FC236}">
                            <a16:creationId xmlns:a16="http://schemas.microsoft.com/office/drawing/2014/main" id="{16A8AC3A-EC25-42F1-A23F-6EC7996908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2117725"/>
                        <a:ext cx="939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3">
            <a:extLst>
              <a:ext uri="{FF2B5EF4-FFF2-40B4-BE49-F238E27FC236}">
                <a16:creationId xmlns:a16="http://schemas.microsoft.com/office/drawing/2014/main" id="{2AED679E-A7BB-46C0-8F14-C5F1945662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2875" y="2073275"/>
          <a:ext cx="1219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Equation" r:id="rId17" imgW="609480" imgH="203040" progId="Equation.DSMT4">
                  <p:embed/>
                </p:oleObj>
              </mc:Choice>
              <mc:Fallback>
                <p:oleObj name="Equation" r:id="rId17" imgW="609480" imgH="203040" progId="Equation.DSMT4">
                  <p:embed/>
                  <p:pic>
                    <p:nvPicPr>
                      <p:cNvPr id="17" name="Object 23">
                        <a:extLst>
                          <a:ext uri="{FF2B5EF4-FFF2-40B4-BE49-F238E27FC236}">
                            <a16:creationId xmlns:a16="http://schemas.microsoft.com/office/drawing/2014/main" id="{2AED679E-A7BB-46C0-8F14-C5F1945662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875" y="2073275"/>
                        <a:ext cx="1219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5">
            <a:extLst>
              <a:ext uri="{FF2B5EF4-FFF2-40B4-BE49-F238E27FC236}">
                <a16:creationId xmlns:a16="http://schemas.microsoft.com/office/drawing/2014/main" id="{681A2202-1A6F-495A-8242-F2DBC15AC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522" y="3394388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缩并</a:t>
            </a:r>
          </a:p>
        </p:txBody>
      </p:sp>
      <p:graphicFrame>
        <p:nvGraphicFramePr>
          <p:cNvPr id="19" name="Object 23">
            <a:extLst>
              <a:ext uri="{FF2B5EF4-FFF2-40B4-BE49-F238E27FC236}">
                <a16:creationId xmlns:a16="http://schemas.microsoft.com/office/drawing/2014/main" id="{E0DE3C6A-316F-4316-9641-99A4FD4C4F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8175" y="3665538"/>
          <a:ext cx="406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Equation" r:id="rId19" imgW="203040" imgH="253800" progId="Equation.DSMT4">
                  <p:embed/>
                </p:oleObj>
              </mc:Choice>
              <mc:Fallback>
                <p:oleObj name="Equation" r:id="rId19" imgW="203040" imgH="253800" progId="Equation.DSMT4">
                  <p:embed/>
                  <p:pic>
                    <p:nvPicPr>
                      <p:cNvPr id="19" name="Object 23">
                        <a:extLst>
                          <a:ext uri="{FF2B5EF4-FFF2-40B4-BE49-F238E27FC236}">
                            <a16:creationId xmlns:a16="http://schemas.microsoft.com/office/drawing/2014/main" id="{E0DE3C6A-316F-4316-9641-99A4FD4C4F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8175" y="3665538"/>
                        <a:ext cx="406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3">
            <a:extLst>
              <a:ext uri="{FF2B5EF4-FFF2-40B4-BE49-F238E27FC236}">
                <a16:creationId xmlns:a16="http://schemas.microsoft.com/office/drawing/2014/main" id="{297A4E63-15B5-4808-B2FB-B906AF9561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1288" y="3646488"/>
          <a:ext cx="508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Equation" r:id="rId21" imgW="253800" imgH="266400" progId="Equation.DSMT4">
                  <p:embed/>
                </p:oleObj>
              </mc:Choice>
              <mc:Fallback>
                <p:oleObj name="Equation" r:id="rId21" imgW="253800" imgH="266400" progId="Equation.DSMT4">
                  <p:embed/>
                  <p:pic>
                    <p:nvPicPr>
                      <p:cNvPr id="20" name="Object 23">
                        <a:extLst>
                          <a:ext uri="{FF2B5EF4-FFF2-40B4-BE49-F238E27FC236}">
                            <a16:creationId xmlns:a16="http://schemas.microsoft.com/office/drawing/2014/main" id="{297A4E63-15B5-4808-B2FB-B906AF9561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1288" y="3646488"/>
                        <a:ext cx="508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3">
            <a:extLst>
              <a:ext uri="{FF2B5EF4-FFF2-40B4-BE49-F238E27FC236}">
                <a16:creationId xmlns:a16="http://schemas.microsoft.com/office/drawing/2014/main" id="{5FB7A43C-AC0A-4560-BD32-020D3621D3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1238" y="3665538"/>
          <a:ext cx="431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Equation" r:id="rId23" imgW="215640" imgH="266400" progId="Equation.DSMT4">
                  <p:embed/>
                </p:oleObj>
              </mc:Choice>
              <mc:Fallback>
                <p:oleObj name="Equation" r:id="rId23" imgW="215640" imgH="266400" progId="Equation.DSMT4">
                  <p:embed/>
                  <p:pic>
                    <p:nvPicPr>
                      <p:cNvPr id="21" name="Object 23">
                        <a:extLst>
                          <a:ext uri="{FF2B5EF4-FFF2-40B4-BE49-F238E27FC236}">
                            <a16:creationId xmlns:a16="http://schemas.microsoft.com/office/drawing/2014/main" id="{5FB7A43C-AC0A-4560-BD32-020D3621D3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8" y="3665538"/>
                        <a:ext cx="431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3">
            <a:extLst>
              <a:ext uri="{FF2B5EF4-FFF2-40B4-BE49-F238E27FC236}">
                <a16:creationId xmlns:a16="http://schemas.microsoft.com/office/drawing/2014/main" id="{BB148FA0-CD25-4D4D-A66F-C83885108D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69038" y="3644900"/>
          <a:ext cx="508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Equation" r:id="rId25" imgW="253800" imgH="253800" progId="Equation.DSMT4">
                  <p:embed/>
                </p:oleObj>
              </mc:Choice>
              <mc:Fallback>
                <p:oleObj name="Equation" r:id="rId25" imgW="253800" imgH="253800" progId="Equation.DSMT4">
                  <p:embed/>
                  <p:pic>
                    <p:nvPicPr>
                      <p:cNvPr id="22" name="Object 23">
                        <a:extLst>
                          <a:ext uri="{FF2B5EF4-FFF2-40B4-BE49-F238E27FC236}">
                            <a16:creationId xmlns:a16="http://schemas.microsoft.com/office/drawing/2014/main" id="{BB148FA0-CD25-4D4D-A66F-C83885108D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9038" y="3644900"/>
                        <a:ext cx="508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5">
            <a:extLst>
              <a:ext uri="{FF2B5EF4-FFF2-40B4-BE49-F238E27FC236}">
                <a16:creationId xmlns:a16="http://schemas.microsoft.com/office/drawing/2014/main" id="{E3DFB60F-6964-4706-B21A-7C8DA093A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920" y="4957367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并积</a:t>
            </a:r>
          </a:p>
        </p:txBody>
      </p: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579D88D1-2576-480B-991E-9BD609E36E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05438" y="5145088"/>
          <a:ext cx="914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Equation" r:id="rId27" imgW="457200" imgH="266400" progId="Equation.DSMT4">
                  <p:embed/>
                </p:oleObj>
              </mc:Choice>
              <mc:Fallback>
                <p:oleObj name="Equation" r:id="rId27" imgW="457200" imgH="26640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579D88D1-2576-480B-991E-9BD609E36E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5438" y="5145088"/>
                        <a:ext cx="914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3">
            <a:extLst>
              <a:ext uri="{FF2B5EF4-FFF2-40B4-BE49-F238E27FC236}">
                <a16:creationId xmlns:a16="http://schemas.microsoft.com/office/drawing/2014/main" id="{8E129EC4-36F6-42E0-8F08-F520300E0B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5250" y="5160963"/>
          <a:ext cx="965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Equation" r:id="rId29" imgW="482400" imgH="253800" progId="Equation.DSMT4">
                  <p:embed/>
                </p:oleObj>
              </mc:Choice>
              <mc:Fallback>
                <p:oleObj name="Equation" r:id="rId29" imgW="482400" imgH="253800" progId="Equation.DSMT4">
                  <p:embed/>
                  <p:pic>
                    <p:nvPicPr>
                      <p:cNvPr id="25" name="Object 23">
                        <a:extLst>
                          <a:ext uri="{FF2B5EF4-FFF2-40B4-BE49-F238E27FC236}">
                            <a16:creationId xmlns:a16="http://schemas.microsoft.com/office/drawing/2014/main" id="{8E129EC4-36F6-42E0-8F08-F520300E0B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0" y="5160963"/>
                        <a:ext cx="965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3">
            <a:extLst>
              <a:ext uri="{FF2B5EF4-FFF2-40B4-BE49-F238E27FC236}">
                <a16:creationId xmlns:a16="http://schemas.microsoft.com/office/drawing/2014/main" id="{72BC54B6-A5BF-4476-AE28-E635B667ED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19850" y="5715000"/>
          <a:ext cx="787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Equation" r:id="rId31" imgW="393480" imgH="266400" progId="Equation.DSMT4">
                  <p:embed/>
                </p:oleObj>
              </mc:Choice>
              <mc:Fallback>
                <p:oleObj name="Equation" r:id="rId31" imgW="393480" imgH="266400" progId="Equation.DSMT4">
                  <p:embed/>
                  <p:pic>
                    <p:nvPicPr>
                      <p:cNvPr id="26" name="Object 23">
                        <a:extLst>
                          <a:ext uri="{FF2B5EF4-FFF2-40B4-BE49-F238E27FC236}">
                            <a16:creationId xmlns:a16="http://schemas.microsoft.com/office/drawing/2014/main" id="{72BC54B6-A5BF-4476-AE28-E635B667ED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0" y="5715000"/>
                        <a:ext cx="787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3">
            <a:extLst>
              <a:ext uri="{FF2B5EF4-FFF2-40B4-BE49-F238E27FC236}">
                <a16:creationId xmlns:a16="http://schemas.microsoft.com/office/drawing/2014/main" id="{E04A66AD-3C31-4D42-A8A7-0099D19494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5525" y="5129213"/>
          <a:ext cx="736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Equation" r:id="rId33" imgW="368280" imgH="253800" progId="Equation.DSMT4">
                  <p:embed/>
                </p:oleObj>
              </mc:Choice>
              <mc:Fallback>
                <p:oleObj name="Equation" r:id="rId33" imgW="368280" imgH="253800" progId="Equation.DSMT4">
                  <p:embed/>
                  <p:pic>
                    <p:nvPicPr>
                      <p:cNvPr id="28" name="Object 23">
                        <a:extLst>
                          <a:ext uri="{FF2B5EF4-FFF2-40B4-BE49-F238E27FC236}">
                            <a16:creationId xmlns:a16="http://schemas.microsoft.com/office/drawing/2014/main" id="{E04A66AD-3C31-4D42-A8A7-0099D19494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525" y="5129213"/>
                        <a:ext cx="736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3">
            <a:extLst>
              <a:ext uri="{FF2B5EF4-FFF2-40B4-BE49-F238E27FC236}">
                <a16:creationId xmlns:a16="http://schemas.microsoft.com/office/drawing/2014/main" id="{C5C9B716-1378-4C58-96A2-4B6D8F8FBD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2950" y="5116513"/>
          <a:ext cx="736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Equation" r:id="rId35" imgW="368280" imgH="266400" progId="Equation.DSMT4">
                  <p:embed/>
                </p:oleObj>
              </mc:Choice>
              <mc:Fallback>
                <p:oleObj name="Equation" r:id="rId35" imgW="368280" imgH="266400" progId="Equation.DSMT4">
                  <p:embed/>
                  <p:pic>
                    <p:nvPicPr>
                      <p:cNvPr id="29" name="Object 23">
                        <a:extLst>
                          <a:ext uri="{FF2B5EF4-FFF2-40B4-BE49-F238E27FC236}">
                            <a16:creationId xmlns:a16="http://schemas.microsoft.com/office/drawing/2014/main" id="{C5C9B716-1378-4C58-96A2-4B6D8F8FBD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5116513"/>
                        <a:ext cx="736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3">
            <a:extLst>
              <a:ext uri="{FF2B5EF4-FFF2-40B4-BE49-F238E27FC236}">
                <a16:creationId xmlns:a16="http://schemas.microsoft.com/office/drawing/2014/main" id="{E9363DA5-40D9-428A-B7AE-7C696EEE87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2525" y="5846763"/>
          <a:ext cx="584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Equation" r:id="rId37" imgW="291960" imgH="164880" progId="Equation.DSMT4">
                  <p:embed/>
                </p:oleObj>
              </mc:Choice>
              <mc:Fallback>
                <p:oleObj name="Equation" r:id="rId37" imgW="291960" imgH="164880" progId="Equation.DSMT4">
                  <p:embed/>
                  <p:pic>
                    <p:nvPicPr>
                      <p:cNvPr id="30" name="Object 23">
                        <a:extLst>
                          <a:ext uri="{FF2B5EF4-FFF2-40B4-BE49-F238E27FC236}">
                            <a16:creationId xmlns:a16="http://schemas.microsoft.com/office/drawing/2014/main" id="{E9363DA5-40D9-428A-B7AE-7C696EEE87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5" y="5846763"/>
                        <a:ext cx="584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3">
            <a:extLst>
              <a:ext uri="{FF2B5EF4-FFF2-40B4-BE49-F238E27FC236}">
                <a16:creationId xmlns:a16="http://schemas.microsoft.com/office/drawing/2014/main" id="{A5CA7FE2-BF24-44AE-BAC0-C4A4005784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6641" y="5697365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Equation" r:id="rId39" imgW="266400" imgH="266400" progId="Equation.DSMT4">
                  <p:embed/>
                </p:oleObj>
              </mc:Choice>
              <mc:Fallback>
                <p:oleObj name="Equation" r:id="rId39" imgW="266400" imgH="266400" progId="Equation.DSMT4">
                  <p:embed/>
                  <p:pic>
                    <p:nvPicPr>
                      <p:cNvPr id="31" name="Object 23">
                        <a:extLst>
                          <a:ext uri="{FF2B5EF4-FFF2-40B4-BE49-F238E27FC236}">
                            <a16:creationId xmlns:a16="http://schemas.microsoft.com/office/drawing/2014/main" id="{A5CA7FE2-BF24-44AE-BAC0-C4A4005784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641" y="5697365"/>
                        <a:ext cx="533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箭头: 右 33">
            <a:extLst>
              <a:ext uri="{FF2B5EF4-FFF2-40B4-BE49-F238E27FC236}">
                <a16:creationId xmlns:a16="http://schemas.microsoft.com/office/drawing/2014/main" id="{FF237BE3-2E69-4142-840D-8F6C89D2DE40}"/>
              </a:ext>
            </a:extLst>
          </p:cNvPr>
          <p:cNvSpPr/>
          <p:nvPr/>
        </p:nvSpPr>
        <p:spPr>
          <a:xfrm>
            <a:off x="2815139" y="3833736"/>
            <a:ext cx="292100" cy="2724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D005B458-3A44-4B9E-807D-13D50DEAAE54}"/>
              </a:ext>
            </a:extLst>
          </p:cNvPr>
          <p:cNvSpPr/>
          <p:nvPr/>
        </p:nvSpPr>
        <p:spPr>
          <a:xfrm>
            <a:off x="5851003" y="3772139"/>
            <a:ext cx="292100" cy="2724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6" name="Object 23">
            <a:extLst>
              <a:ext uri="{FF2B5EF4-FFF2-40B4-BE49-F238E27FC236}">
                <a16:creationId xmlns:a16="http://schemas.microsoft.com/office/drawing/2014/main" id="{A92813EF-5285-4BB1-B2E0-B89F66E52C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7038" y="5816600"/>
          <a:ext cx="711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Equation" r:id="rId41" imgW="355320" imgH="164880" progId="Equation.DSMT4">
                  <p:embed/>
                </p:oleObj>
              </mc:Choice>
              <mc:Fallback>
                <p:oleObj name="Equation" r:id="rId41" imgW="355320" imgH="164880" progId="Equation.DSMT4">
                  <p:embed/>
                  <p:pic>
                    <p:nvPicPr>
                      <p:cNvPr id="36" name="Object 23">
                        <a:extLst>
                          <a:ext uri="{FF2B5EF4-FFF2-40B4-BE49-F238E27FC236}">
                            <a16:creationId xmlns:a16="http://schemas.microsoft.com/office/drawing/2014/main" id="{A92813EF-5285-4BB1-B2E0-B89F66E52C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038" y="5816600"/>
                        <a:ext cx="711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25">
            <a:extLst>
              <a:ext uri="{FF2B5EF4-FFF2-40B4-BE49-F238E27FC236}">
                <a16:creationId xmlns:a16="http://schemas.microsoft.com/office/drawing/2014/main" id="{E76F5F28-E421-4903-85B7-D8C284907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8563" y="4273793"/>
            <a:ext cx="35702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张量自身的一对指标相同</a:t>
            </a:r>
          </a:p>
        </p:txBody>
      </p:sp>
      <p:sp>
        <p:nvSpPr>
          <p:cNvPr id="38" name="Text Box 25">
            <a:extLst>
              <a:ext uri="{FF2B5EF4-FFF2-40B4-BE49-F238E27FC236}">
                <a16:creationId xmlns:a16="http://schemas.microsoft.com/office/drawing/2014/main" id="{3786CC10-2737-4F57-AA6F-9E84F8846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076" y="6323870"/>
            <a:ext cx="66479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两个张量放到一起不做任何运算（指标不重复）</a:t>
            </a:r>
          </a:p>
        </p:txBody>
      </p:sp>
      <p:sp>
        <p:nvSpPr>
          <p:cNvPr id="39" name="Text Box 25">
            <a:extLst>
              <a:ext uri="{FF2B5EF4-FFF2-40B4-BE49-F238E27FC236}">
                <a16:creationId xmlns:a16="http://schemas.microsoft.com/office/drawing/2014/main" id="{58A0A907-D7C9-440E-8909-15401800B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4025" y="2526951"/>
            <a:ext cx="35702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相邻张量的相邻指标相同</a:t>
            </a:r>
          </a:p>
        </p:txBody>
      </p:sp>
      <p:graphicFrame>
        <p:nvGraphicFramePr>
          <p:cNvPr id="32" name="Object 23">
            <a:extLst>
              <a:ext uri="{FF2B5EF4-FFF2-40B4-BE49-F238E27FC236}">
                <a16:creationId xmlns:a16="http://schemas.microsoft.com/office/drawing/2014/main" id="{4110BAC2-90C8-483F-9A77-96A1BCF104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6638" y="6376988"/>
          <a:ext cx="1168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Equation" r:id="rId43" imgW="583920" imgH="177480" progId="Equation.DSMT4">
                  <p:embed/>
                </p:oleObj>
              </mc:Choice>
              <mc:Fallback>
                <p:oleObj name="Equation" r:id="rId43" imgW="583920" imgH="177480" progId="Equation.DSMT4">
                  <p:embed/>
                  <p:pic>
                    <p:nvPicPr>
                      <p:cNvPr id="32" name="Object 23">
                        <a:extLst>
                          <a:ext uri="{FF2B5EF4-FFF2-40B4-BE49-F238E27FC236}">
                            <a16:creationId xmlns:a16="http://schemas.microsoft.com/office/drawing/2014/main" id="{4110BAC2-90C8-483F-9A77-96A1BCF104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6638" y="6376988"/>
                        <a:ext cx="1168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6858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8" grpId="0"/>
      <p:bldP spid="23" grpId="0"/>
      <p:bldP spid="34" grpId="0" animBg="1"/>
      <p:bldP spid="35" grpId="0" animBg="1"/>
      <p:bldP spid="37" grpId="0"/>
      <p:bldP spid="38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标题 1">
            <a:extLst>
              <a:ext uri="{FF2B5EF4-FFF2-40B4-BE49-F238E27FC236}">
                <a16:creationId xmlns:a16="http://schemas.microsoft.com/office/drawing/2014/main" id="{57D3E813-AD81-4019-B52B-7A8A67ADDA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6538" y="-151079"/>
            <a:ext cx="4045106" cy="1325563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楷体_GB2312"/>
              </a:rPr>
              <a:t>指标表示规则</a:t>
            </a:r>
          </a:p>
        </p:txBody>
      </p:sp>
      <p:sp>
        <p:nvSpPr>
          <p:cNvPr id="66" name="Text Box 25">
            <a:extLst>
              <a:ext uri="{FF2B5EF4-FFF2-40B4-BE49-F238E27FC236}">
                <a16:creationId xmlns:a16="http://schemas.microsoft.com/office/drawing/2014/main" id="{5B33607D-3308-457F-B183-939F6F769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902" y="1969037"/>
            <a:ext cx="8050602" cy="1826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（</a:t>
            </a:r>
            <a:r>
              <a:rPr lang="en-US" altLang="zh-CN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1</a:t>
            </a: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）</a:t>
            </a:r>
            <a:r>
              <a:rPr lang="zh-CN" altLang="en-US" sz="2400" u="sng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每一项中</a:t>
            </a: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，同一指标最多出现两次</a:t>
            </a:r>
            <a:r>
              <a:rPr lang="zh-CN" altLang="en-US" sz="24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：</a:t>
            </a:r>
            <a:endParaRPr lang="en-US" altLang="zh-CN" sz="2400" b="1" dirty="0">
              <a:solidFill>
                <a:schemeClr val="tx2"/>
              </a:solidFill>
              <a:ea typeface="等线" panose="02010600030101010101" pitchFamily="2" charset="-122"/>
              <a:cs typeface="楷体_GB231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         </a:t>
            </a:r>
            <a:r>
              <a:rPr lang="zh-CN" altLang="en-US" sz="2400" dirty="0">
                <a:ea typeface="等线" panose="02010600030101010101" pitchFamily="2" charset="-122"/>
                <a:cs typeface="楷体_GB2312"/>
              </a:rPr>
              <a:t>出现</a:t>
            </a:r>
            <a:r>
              <a:rPr lang="en-US" altLang="zh-CN" sz="2400" dirty="0">
                <a:ea typeface="等线" panose="02010600030101010101" pitchFamily="2" charset="-122"/>
                <a:cs typeface="楷体_GB2312"/>
              </a:rPr>
              <a:t>1</a:t>
            </a:r>
            <a:r>
              <a:rPr lang="zh-CN" altLang="en-US" sz="2400" dirty="0">
                <a:ea typeface="等线" panose="02010600030101010101" pitchFamily="2" charset="-122"/>
                <a:cs typeface="楷体_GB2312"/>
              </a:rPr>
              <a:t>次，自由指标，表示任意分量</a:t>
            </a:r>
            <a:endParaRPr lang="en-US" altLang="zh-CN" sz="2400" dirty="0">
              <a:ea typeface="等线" panose="02010600030101010101" pitchFamily="2" charset="-122"/>
              <a:cs typeface="楷体_GB231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ea typeface="等线" panose="02010600030101010101" pitchFamily="2" charset="-122"/>
                <a:cs typeface="楷体_GB2312"/>
              </a:rPr>
              <a:t>         出现两次，哑标，自动求和，指标符号可以改变</a:t>
            </a:r>
            <a:endParaRPr lang="en-US" altLang="zh-CN" sz="2400" dirty="0">
              <a:ea typeface="等线" panose="02010600030101010101" pitchFamily="2" charset="-122"/>
              <a:cs typeface="楷体_GB231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（</a:t>
            </a:r>
            <a:r>
              <a:rPr lang="en-US" altLang="zh-CN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2</a:t>
            </a: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）指标平衡</a:t>
            </a:r>
            <a:r>
              <a:rPr lang="zh-CN" altLang="en-US" sz="24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：</a:t>
            </a:r>
            <a:r>
              <a:rPr lang="zh-CN" altLang="en-US" sz="2400" dirty="0">
                <a:ea typeface="等线" panose="02010600030101010101" pitchFamily="2" charset="-122"/>
                <a:cs typeface="楷体_GB2312"/>
              </a:rPr>
              <a:t>每一项中，自由指标数一致，且一一对应</a:t>
            </a:r>
            <a:endParaRPr lang="en-US" altLang="zh-CN" sz="2400" dirty="0">
              <a:ea typeface="等线" panose="02010600030101010101" pitchFamily="2" charset="-122"/>
              <a:cs typeface="楷体_GB231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03F14FD-67E9-414D-A407-C5C15F1CEB2A}"/>
              </a:ext>
            </a:extLst>
          </p:cNvPr>
          <p:cNvGrpSpPr/>
          <p:nvPr/>
        </p:nvGrpSpPr>
        <p:grpSpPr>
          <a:xfrm>
            <a:off x="618948" y="1266218"/>
            <a:ext cx="2436343" cy="461665"/>
            <a:chOff x="751020" y="4257621"/>
            <a:chExt cx="2436343" cy="461665"/>
          </a:xfrm>
        </p:grpSpPr>
        <p:sp>
          <p:nvSpPr>
            <p:cNvPr id="65" name="Text Box 25">
              <a:extLst>
                <a:ext uri="{FF2B5EF4-FFF2-40B4-BE49-F238E27FC236}">
                  <a16:creationId xmlns:a16="http://schemas.microsoft.com/office/drawing/2014/main" id="{C2919182-8791-4330-B523-D4544FF3D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038" y="4257621"/>
              <a:ext cx="20313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DD2BC8"/>
                  </a:solidFill>
                  <a:ea typeface="等线" panose="02010600030101010101" pitchFamily="2" charset="-122"/>
                  <a:cs typeface="楷体_GB2312"/>
                </a:rPr>
                <a:t>指标表示规则</a:t>
              </a:r>
            </a:p>
          </p:txBody>
        </p:sp>
        <p:sp>
          <p:nvSpPr>
            <p:cNvPr id="4" name="星形: 五角 3">
              <a:extLst>
                <a:ext uri="{FF2B5EF4-FFF2-40B4-BE49-F238E27FC236}">
                  <a16:creationId xmlns:a16="http://schemas.microsoft.com/office/drawing/2014/main" id="{238F4882-3708-436C-A7F4-92ECFD0E7E70}"/>
                </a:ext>
              </a:extLst>
            </p:cNvPr>
            <p:cNvSpPr/>
            <p:nvPr/>
          </p:nvSpPr>
          <p:spPr>
            <a:xfrm>
              <a:off x="751020" y="4316344"/>
              <a:ext cx="309671" cy="309671"/>
            </a:xfrm>
            <a:prstGeom prst="star5">
              <a:avLst/>
            </a:prstGeom>
            <a:solidFill>
              <a:srgbClr val="DD2BC8"/>
            </a:solidFill>
            <a:ln>
              <a:solidFill>
                <a:srgbClr val="DD2B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30" name="Object 30">
            <a:extLst>
              <a:ext uri="{FF2B5EF4-FFF2-40B4-BE49-F238E27FC236}">
                <a16:creationId xmlns:a16="http://schemas.microsoft.com/office/drawing/2014/main" id="{01D7D8FB-015B-4A4F-B2F9-FA868E7897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3588" y="4040188"/>
          <a:ext cx="1473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Equation" r:id="rId3" imgW="736560" imgH="266400" progId="Equation.DSMT4">
                  <p:embed/>
                </p:oleObj>
              </mc:Choice>
              <mc:Fallback>
                <p:oleObj name="Equation" r:id="rId3" imgW="736560" imgH="266400" progId="Equation.DSMT4">
                  <p:embed/>
                  <p:pic>
                    <p:nvPicPr>
                      <p:cNvPr id="30" name="Object 30">
                        <a:extLst>
                          <a:ext uri="{FF2B5EF4-FFF2-40B4-BE49-F238E27FC236}">
                            <a16:creationId xmlns:a16="http://schemas.microsoft.com/office/drawing/2014/main" id="{01D7D8FB-015B-4A4F-B2F9-FA868E7897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588" y="4040188"/>
                        <a:ext cx="1473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0">
            <a:extLst>
              <a:ext uri="{FF2B5EF4-FFF2-40B4-BE49-F238E27FC236}">
                <a16:creationId xmlns:a16="http://schemas.microsoft.com/office/drawing/2014/main" id="{13E0E38A-2936-4D8D-83C2-87DC7A3F84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4263" y="5765800"/>
          <a:ext cx="3098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Equation" r:id="rId5" imgW="1549080" imgH="266400" progId="Equation.DSMT4">
                  <p:embed/>
                </p:oleObj>
              </mc:Choice>
              <mc:Fallback>
                <p:oleObj name="Equation" r:id="rId5" imgW="1549080" imgH="266400" progId="Equation.DSMT4">
                  <p:embed/>
                  <p:pic>
                    <p:nvPicPr>
                      <p:cNvPr id="32" name="Object 30">
                        <a:extLst>
                          <a:ext uri="{FF2B5EF4-FFF2-40B4-BE49-F238E27FC236}">
                            <a16:creationId xmlns:a16="http://schemas.microsoft.com/office/drawing/2014/main" id="{13E0E38A-2936-4D8D-83C2-87DC7A3F84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263" y="5765800"/>
                        <a:ext cx="3098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0">
            <a:extLst>
              <a:ext uri="{FF2B5EF4-FFF2-40B4-BE49-F238E27FC236}">
                <a16:creationId xmlns:a16="http://schemas.microsoft.com/office/drawing/2014/main" id="{0C5BE761-C639-4F17-9AAE-3241FCE1E9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4688" y="4065588"/>
          <a:ext cx="1193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name="Equation" r:id="rId7" imgW="596880" imgH="266400" progId="Equation.DSMT4">
                  <p:embed/>
                </p:oleObj>
              </mc:Choice>
              <mc:Fallback>
                <p:oleObj name="Equation" r:id="rId7" imgW="596880" imgH="266400" progId="Equation.DSMT4">
                  <p:embed/>
                  <p:pic>
                    <p:nvPicPr>
                      <p:cNvPr id="33" name="Object 30">
                        <a:extLst>
                          <a:ext uri="{FF2B5EF4-FFF2-40B4-BE49-F238E27FC236}">
                            <a16:creationId xmlns:a16="http://schemas.microsoft.com/office/drawing/2014/main" id="{0C5BE761-C639-4F17-9AAE-3241FCE1E9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8" y="4065588"/>
                        <a:ext cx="1193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0">
            <a:extLst>
              <a:ext uri="{FF2B5EF4-FFF2-40B4-BE49-F238E27FC236}">
                <a16:creationId xmlns:a16="http://schemas.microsoft.com/office/drawing/2014/main" id="{18949D17-1C5D-47EE-B94B-A6850C3114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1800" y="4919663"/>
          <a:ext cx="1651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" name="Equation" r:id="rId9" imgW="825480" imgH="266400" progId="Equation.DSMT4">
                  <p:embed/>
                </p:oleObj>
              </mc:Choice>
              <mc:Fallback>
                <p:oleObj name="Equation" r:id="rId9" imgW="825480" imgH="266400" progId="Equation.DSMT4">
                  <p:embed/>
                  <p:pic>
                    <p:nvPicPr>
                      <p:cNvPr id="35" name="Object 30">
                        <a:extLst>
                          <a:ext uri="{FF2B5EF4-FFF2-40B4-BE49-F238E27FC236}">
                            <a16:creationId xmlns:a16="http://schemas.microsoft.com/office/drawing/2014/main" id="{18949D17-1C5D-47EE-B94B-A6850C3114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00" y="4919663"/>
                        <a:ext cx="1651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0">
            <a:extLst>
              <a:ext uri="{FF2B5EF4-FFF2-40B4-BE49-F238E27FC236}">
                <a16:creationId xmlns:a16="http://schemas.microsoft.com/office/drawing/2014/main" id="{50C59298-EF6E-47B1-BFF0-1EDF98EC64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7238" y="4983163"/>
          <a:ext cx="1549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6" name="Equation" r:id="rId11" imgW="774360" imgH="203040" progId="Equation.DSMT4">
                  <p:embed/>
                </p:oleObj>
              </mc:Choice>
              <mc:Fallback>
                <p:oleObj name="Equation" r:id="rId11" imgW="774360" imgH="203040" progId="Equation.DSMT4">
                  <p:embed/>
                  <p:pic>
                    <p:nvPicPr>
                      <p:cNvPr id="36" name="Object 30">
                        <a:extLst>
                          <a:ext uri="{FF2B5EF4-FFF2-40B4-BE49-F238E27FC236}">
                            <a16:creationId xmlns:a16="http://schemas.microsoft.com/office/drawing/2014/main" id="{50C59298-EF6E-47B1-BFF0-1EDF98EC64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4983163"/>
                        <a:ext cx="1549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0">
            <a:extLst>
              <a:ext uri="{FF2B5EF4-FFF2-40B4-BE49-F238E27FC236}">
                <a16:creationId xmlns:a16="http://schemas.microsoft.com/office/drawing/2014/main" id="{EBF28941-2442-4F6C-9A57-10ECF987DF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22800" y="5819775"/>
          <a:ext cx="3124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" name="Equation" r:id="rId13" imgW="1562040" imgH="203040" progId="Equation.DSMT4">
                  <p:embed/>
                </p:oleObj>
              </mc:Choice>
              <mc:Fallback>
                <p:oleObj name="Equation" r:id="rId13" imgW="1562040" imgH="203040" progId="Equation.DSMT4">
                  <p:embed/>
                  <p:pic>
                    <p:nvPicPr>
                      <p:cNvPr id="20" name="Object 30">
                        <a:extLst>
                          <a:ext uri="{FF2B5EF4-FFF2-40B4-BE49-F238E27FC236}">
                            <a16:creationId xmlns:a16="http://schemas.microsoft.com/office/drawing/2014/main" id="{EBF28941-2442-4F6C-9A57-10ECF987DF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800" y="5819775"/>
                        <a:ext cx="3124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7914D56-C25A-4D4B-BFFA-CD5DA23D3DBD}"/>
              </a:ext>
            </a:extLst>
          </p:cNvPr>
          <p:cNvCxnSpPr/>
          <p:nvPr/>
        </p:nvCxnSpPr>
        <p:spPr>
          <a:xfrm>
            <a:off x="2074000" y="4116957"/>
            <a:ext cx="1007754" cy="403628"/>
          </a:xfrm>
          <a:prstGeom prst="line">
            <a:avLst/>
          </a:prstGeom>
          <a:ln w="19050">
            <a:solidFill>
              <a:srgbClr val="DD2B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D46C185-4B63-4ED3-91CF-EF59202B14D1}"/>
              </a:ext>
            </a:extLst>
          </p:cNvPr>
          <p:cNvCxnSpPr/>
          <p:nvPr/>
        </p:nvCxnSpPr>
        <p:spPr>
          <a:xfrm>
            <a:off x="4806215" y="4136648"/>
            <a:ext cx="1007754" cy="403628"/>
          </a:xfrm>
          <a:prstGeom prst="line">
            <a:avLst/>
          </a:prstGeom>
          <a:ln w="19050">
            <a:solidFill>
              <a:srgbClr val="DD2B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1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39DF7-227A-4ACC-825D-095DB2BA1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743" y="2575668"/>
            <a:ext cx="5379868" cy="1325563"/>
          </a:xfrm>
        </p:spPr>
        <p:txBody>
          <a:bodyPr>
            <a:normAutofit/>
          </a:bodyPr>
          <a:lstStyle/>
          <a:p>
            <a:r>
              <a:rPr lang="zh-CN" altLang="en-US" b="1" dirty="0"/>
              <a:t>向量乘法与指标运算</a:t>
            </a:r>
          </a:p>
        </p:txBody>
      </p:sp>
    </p:spTree>
    <p:extLst>
      <p:ext uri="{BB962C8B-B14F-4D97-AF65-F5344CB8AC3E}">
        <p14:creationId xmlns:p14="http://schemas.microsoft.com/office/powerpoint/2010/main" val="2254348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9" name="Group 4">
            <a:extLst>
              <a:ext uri="{FF2B5EF4-FFF2-40B4-BE49-F238E27FC236}">
                <a16:creationId xmlns:a16="http://schemas.microsoft.com/office/drawing/2014/main" id="{E778A3FD-6202-4869-A0D6-F9E8B722B128}"/>
              </a:ext>
            </a:extLst>
          </p:cNvPr>
          <p:cNvGrpSpPr>
            <a:grpSpLocks/>
          </p:cNvGrpSpPr>
          <p:nvPr/>
        </p:nvGrpSpPr>
        <p:grpSpPr bwMode="auto">
          <a:xfrm>
            <a:off x="437683" y="55415"/>
            <a:ext cx="2554287" cy="2325688"/>
            <a:chOff x="839" y="574"/>
            <a:chExt cx="1609" cy="1465"/>
          </a:xfrm>
        </p:grpSpPr>
        <p:sp>
          <p:nvSpPr>
            <p:cNvPr id="26657" name="Line 5">
              <a:extLst>
                <a:ext uri="{FF2B5EF4-FFF2-40B4-BE49-F238E27FC236}">
                  <a16:creationId xmlns:a16="http://schemas.microsoft.com/office/drawing/2014/main" id="{2C74742A-1258-419D-A855-BECDF03735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35" y="845"/>
              <a:ext cx="0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8" name="Line 6">
              <a:extLst>
                <a:ext uri="{FF2B5EF4-FFF2-40B4-BE49-F238E27FC236}">
                  <a16:creationId xmlns:a16="http://schemas.microsoft.com/office/drawing/2014/main" id="{31965370-0C5A-4424-91CA-221162723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5" y="1526"/>
              <a:ext cx="8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9" name="Line 7">
              <a:extLst>
                <a:ext uri="{FF2B5EF4-FFF2-40B4-BE49-F238E27FC236}">
                  <a16:creationId xmlns:a16="http://schemas.microsoft.com/office/drawing/2014/main" id="{572479A7-676F-46BE-98F7-B53024BD1B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7" y="1526"/>
              <a:ext cx="408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660" name="Object 8">
              <a:extLst>
                <a:ext uri="{FF2B5EF4-FFF2-40B4-BE49-F238E27FC236}">
                  <a16:creationId xmlns:a16="http://schemas.microsoft.com/office/drawing/2014/main" id="{E339769F-1657-4390-87D7-5DC9499C2E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7" y="1396"/>
            <a:ext cx="181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14" name="Equation" r:id="rId3" imgW="190500" imgH="279400" progId="Equation.DSMT4">
                    <p:embed/>
                  </p:oleObj>
                </mc:Choice>
                <mc:Fallback>
                  <p:oleObj name="Equation" r:id="rId3" imgW="190500" imgH="279400" progId="Equation.DSMT4">
                    <p:embed/>
                    <p:pic>
                      <p:nvPicPr>
                        <p:cNvPr id="26660" name="Object 8">
                          <a:extLst>
                            <a:ext uri="{FF2B5EF4-FFF2-40B4-BE49-F238E27FC236}">
                              <a16:creationId xmlns:a16="http://schemas.microsoft.com/office/drawing/2014/main" id="{E339769F-1657-4390-87D7-5DC9499C2E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7" y="1396"/>
                          <a:ext cx="181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1" name="Object 9">
              <a:extLst>
                <a:ext uri="{FF2B5EF4-FFF2-40B4-BE49-F238E27FC236}">
                  <a16:creationId xmlns:a16="http://schemas.microsoft.com/office/drawing/2014/main" id="{2C034C0E-5FE0-470C-817C-0D5A0AECE1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26" y="574"/>
            <a:ext cx="205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15" name="Equation" r:id="rId5" imgW="215806" imgH="279279" progId="Equation.DSMT4">
                    <p:embed/>
                  </p:oleObj>
                </mc:Choice>
                <mc:Fallback>
                  <p:oleObj name="Equation" r:id="rId5" imgW="215806" imgH="279279" progId="Equation.DSMT4">
                    <p:embed/>
                    <p:pic>
                      <p:nvPicPr>
                        <p:cNvPr id="26661" name="Object 9">
                          <a:extLst>
                            <a:ext uri="{FF2B5EF4-FFF2-40B4-BE49-F238E27FC236}">
                              <a16:creationId xmlns:a16="http://schemas.microsoft.com/office/drawing/2014/main" id="{2C034C0E-5FE0-470C-817C-0D5A0AECE1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6" y="574"/>
                          <a:ext cx="205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2" name="Object 10">
              <a:extLst>
                <a:ext uri="{FF2B5EF4-FFF2-40B4-BE49-F238E27FC236}">
                  <a16:creationId xmlns:a16="http://schemas.microsoft.com/office/drawing/2014/main" id="{87B5ACA8-6468-41F9-A703-F6629F1517A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9" y="1774"/>
            <a:ext cx="193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16" name="Equation" r:id="rId7" imgW="203112" imgH="279279" progId="Equation.DSMT4">
                    <p:embed/>
                  </p:oleObj>
                </mc:Choice>
                <mc:Fallback>
                  <p:oleObj name="Equation" r:id="rId7" imgW="203112" imgH="279279" progId="Equation.DSMT4">
                    <p:embed/>
                    <p:pic>
                      <p:nvPicPr>
                        <p:cNvPr id="26662" name="Object 10">
                          <a:extLst>
                            <a:ext uri="{FF2B5EF4-FFF2-40B4-BE49-F238E27FC236}">
                              <a16:creationId xmlns:a16="http://schemas.microsoft.com/office/drawing/2014/main" id="{87B5ACA8-6468-41F9-A703-F6629F1517A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1774"/>
                          <a:ext cx="193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63" name="Line 11">
              <a:extLst>
                <a:ext uri="{FF2B5EF4-FFF2-40B4-BE49-F238E27FC236}">
                  <a16:creationId xmlns:a16="http://schemas.microsoft.com/office/drawing/2014/main" id="{F12A3DB8-B29B-4044-9F1E-6B8B37A80C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9" y="1525"/>
              <a:ext cx="227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664" name="Object 12">
              <a:extLst>
                <a:ext uri="{FF2B5EF4-FFF2-40B4-BE49-F238E27FC236}">
                  <a16:creationId xmlns:a16="http://schemas.microsoft.com/office/drawing/2014/main" id="{2ED352B8-A909-4E2C-8D17-9DE50CBA49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0" y="1423"/>
            <a:ext cx="89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17" name="Equation" r:id="rId9" imgW="177646" imgH="279158" progId="Equation.DSMT4">
                    <p:embed/>
                  </p:oleObj>
                </mc:Choice>
                <mc:Fallback>
                  <p:oleObj name="Equation" r:id="rId9" imgW="177646" imgH="279158" progId="Equation.DSMT4">
                    <p:embed/>
                    <p:pic>
                      <p:nvPicPr>
                        <p:cNvPr id="26664" name="Object 12">
                          <a:extLst>
                            <a:ext uri="{FF2B5EF4-FFF2-40B4-BE49-F238E27FC236}">
                              <a16:creationId xmlns:a16="http://schemas.microsoft.com/office/drawing/2014/main" id="{2ED352B8-A909-4E2C-8D17-9DE50CBA49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0" y="1423"/>
                          <a:ext cx="89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5" name="Object 13">
              <a:extLst>
                <a:ext uri="{FF2B5EF4-FFF2-40B4-BE49-F238E27FC236}">
                  <a16:creationId xmlns:a16="http://schemas.microsoft.com/office/drawing/2014/main" id="{8F58BF7C-954B-46E0-8159-96D376B347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12" y="1568"/>
            <a:ext cx="108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18" name="Equation" r:id="rId11" imgW="203112" imgH="279279" progId="Equation.DSMT4">
                    <p:embed/>
                  </p:oleObj>
                </mc:Choice>
                <mc:Fallback>
                  <p:oleObj name="Equation" r:id="rId11" imgW="203112" imgH="279279" progId="Equation.DSMT4">
                    <p:embed/>
                    <p:pic>
                      <p:nvPicPr>
                        <p:cNvPr id="26665" name="Object 13">
                          <a:extLst>
                            <a:ext uri="{FF2B5EF4-FFF2-40B4-BE49-F238E27FC236}">
                              <a16:creationId xmlns:a16="http://schemas.microsoft.com/office/drawing/2014/main" id="{8F58BF7C-954B-46E0-8159-96D376B347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2" y="1568"/>
                          <a:ext cx="108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6" name="Object 14">
              <a:extLst>
                <a:ext uri="{FF2B5EF4-FFF2-40B4-BE49-F238E27FC236}">
                  <a16:creationId xmlns:a16="http://schemas.microsoft.com/office/drawing/2014/main" id="{B08038B7-35D4-43AD-BCE8-0C0D2B4157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20" y="1273"/>
            <a:ext cx="11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19" name="Equation" r:id="rId13" imgW="203112" imgH="279279" progId="Equation.DSMT4">
                    <p:embed/>
                  </p:oleObj>
                </mc:Choice>
                <mc:Fallback>
                  <p:oleObj name="Equation" r:id="rId13" imgW="203112" imgH="279279" progId="Equation.DSMT4">
                    <p:embed/>
                    <p:pic>
                      <p:nvPicPr>
                        <p:cNvPr id="26666" name="Object 14">
                          <a:extLst>
                            <a:ext uri="{FF2B5EF4-FFF2-40B4-BE49-F238E27FC236}">
                              <a16:creationId xmlns:a16="http://schemas.microsoft.com/office/drawing/2014/main" id="{B08038B7-35D4-43AD-BCE8-0C0D2B4157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0" y="1273"/>
                          <a:ext cx="110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67" name="Line 15">
              <a:extLst>
                <a:ext uri="{FF2B5EF4-FFF2-40B4-BE49-F238E27FC236}">
                  <a16:creationId xmlns:a16="http://schemas.microsoft.com/office/drawing/2014/main" id="{A3816A3F-1921-44CB-9D95-BF6607A4F0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5" y="1298"/>
              <a:ext cx="0" cy="227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8" name="Line 16">
              <a:extLst>
                <a:ext uri="{FF2B5EF4-FFF2-40B4-BE49-F238E27FC236}">
                  <a16:creationId xmlns:a16="http://schemas.microsoft.com/office/drawing/2014/main" id="{E013EACC-71C8-4C6F-A38A-82035A1A54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7" y="1525"/>
              <a:ext cx="168" cy="131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1DFB088B-A2D2-42B4-A4B0-B3B57E1734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1038" y="1230313"/>
          <a:ext cx="2794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0" name="Equation" r:id="rId15" imgW="139680" imgH="126720" progId="Equation.DSMT4">
                  <p:embed/>
                </p:oleObj>
              </mc:Choice>
              <mc:Fallback>
                <p:oleObj name="Equation" r:id="rId15" imgW="139680" imgH="12672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1DFB088B-A2D2-42B4-A4B0-B3B57E1734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038" y="1230313"/>
                        <a:ext cx="2794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650378F1-D83A-4A01-BE76-3F3260DF54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2359" y="1085613"/>
          <a:ext cx="2413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1" name="Equation" r:id="rId17" imgW="1206360" imgH="253800" progId="Equation.DSMT4">
                  <p:embed/>
                </p:oleObj>
              </mc:Choice>
              <mc:Fallback>
                <p:oleObj name="Equation" r:id="rId17" imgW="1206360" imgH="253800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650378F1-D83A-4A01-BE76-3F3260DF54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9" y="1085613"/>
                        <a:ext cx="2413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12389BFF-7CF6-4A92-90F9-18BBB32C6B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8469" y="1094561"/>
          <a:ext cx="787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" name="Equation" r:id="rId19" imgW="393480" imgH="253800" progId="Equation.DSMT4">
                  <p:embed/>
                </p:oleObj>
              </mc:Choice>
              <mc:Fallback>
                <p:oleObj name="Equation" r:id="rId19" imgW="393480" imgH="25380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12389BFF-7CF6-4A92-90F9-18BBB32C6B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469" y="1094561"/>
                        <a:ext cx="787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标题 1">
            <a:extLst>
              <a:ext uri="{FF2B5EF4-FFF2-40B4-BE49-F238E27FC236}">
                <a16:creationId xmlns:a16="http://schemas.microsoft.com/office/drawing/2014/main" id="{57D3E813-AD81-4019-B52B-7A8A67ADDA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1370" y="-8849"/>
            <a:ext cx="2763203" cy="1325563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楷体_GB2312"/>
              </a:rPr>
              <a:t>向量乘法</a:t>
            </a:r>
          </a:p>
        </p:txBody>
      </p:sp>
      <p:sp>
        <p:nvSpPr>
          <p:cNvPr id="48" name="Text Box 22">
            <a:extLst>
              <a:ext uri="{FF2B5EF4-FFF2-40B4-BE49-F238E27FC236}">
                <a16:creationId xmlns:a16="http://schemas.microsoft.com/office/drawing/2014/main" id="{BDB96FBE-3926-4D9D-A356-D95C2B0B9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1634" y="2334869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点乘：</a:t>
            </a:r>
          </a:p>
        </p:txBody>
      </p:sp>
      <p:sp>
        <p:nvSpPr>
          <p:cNvPr id="50" name="Text Box 22">
            <a:extLst>
              <a:ext uri="{FF2B5EF4-FFF2-40B4-BE49-F238E27FC236}">
                <a16:creationId xmlns:a16="http://schemas.microsoft.com/office/drawing/2014/main" id="{13FDD460-9B93-4C23-AE2D-06660986A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0749" y="3583922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叉乘：</a:t>
            </a:r>
          </a:p>
        </p:txBody>
      </p:sp>
      <p:graphicFrame>
        <p:nvGraphicFramePr>
          <p:cNvPr id="51" name="Object 23">
            <a:extLst>
              <a:ext uri="{FF2B5EF4-FFF2-40B4-BE49-F238E27FC236}">
                <a16:creationId xmlns:a16="http://schemas.microsoft.com/office/drawing/2014/main" id="{6050F095-901B-49CF-9842-7519F826AB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3943" y="1596253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" name="Equation" r:id="rId21" imgW="126720" imgH="164880" progId="Equation.DSMT4">
                  <p:embed/>
                </p:oleObj>
              </mc:Choice>
              <mc:Fallback>
                <p:oleObj name="Equation" r:id="rId21" imgW="126720" imgH="164880" progId="Equation.DSMT4">
                  <p:embed/>
                  <p:pic>
                    <p:nvPicPr>
                      <p:cNvPr id="51" name="Object 23">
                        <a:extLst>
                          <a:ext uri="{FF2B5EF4-FFF2-40B4-BE49-F238E27FC236}">
                            <a16:creationId xmlns:a16="http://schemas.microsoft.com/office/drawing/2014/main" id="{6050F095-901B-49CF-9842-7519F826AB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3943" y="1596253"/>
                        <a:ext cx="2540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9">
            <a:extLst>
              <a:ext uri="{FF2B5EF4-FFF2-40B4-BE49-F238E27FC236}">
                <a16:creationId xmlns:a16="http://schemas.microsoft.com/office/drawing/2014/main" id="{A90F94F1-0658-4970-8A89-C77356D632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8896" y="1529578"/>
          <a:ext cx="2336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" name="Equation" r:id="rId23" imgW="1168200" imgH="253800" progId="Equation.DSMT4">
                  <p:embed/>
                </p:oleObj>
              </mc:Choice>
              <mc:Fallback>
                <p:oleObj name="Equation" r:id="rId23" imgW="1168200" imgH="253800" progId="Equation.DSMT4">
                  <p:embed/>
                  <p:pic>
                    <p:nvPicPr>
                      <p:cNvPr id="52" name="Object 29">
                        <a:extLst>
                          <a:ext uri="{FF2B5EF4-FFF2-40B4-BE49-F238E27FC236}">
                            <a16:creationId xmlns:a16="http://schemas.microsoft.com/office/drawing/2014/main" id="{A90F94F1-0658-4970-8A89-C77356D632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8896" y="1529578"/>
                        <a:ext cx="2336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3">
            <a:extLst>
              <a:ext uri="{FF2B5EF4-FFF2-40B4-BE49-F238E27FC236}">
                <a16:creationId xmlns:a16="http://schemas.microsoft.com/office/drawing/2014/main" id="{0535E6BD-9938-44AD-9B5B-1925AE0DC4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0490" y="2356962"/>
          <a:ext cx="609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" name="Equation" r:id="rId25" imgW="304560" imgH="164880" progId="Equation.DSMT4">
                  <p:embed/>
                </p:oleObj>
              </mc:Choice>
              <mc:Fallback>
                <p:oleObj name="Equation" r:id="rId25" imgW="304560" imgH="164880" progId="Equation.DSMT4">
                  <p:embed/>
                  <p:pic>
                    <p:nvPicPr>
                      <p:cNvPr id="54" name="Object 23">
                        <a:extLst>
                          <a:ext uri="{FF2B5EF4-FFF2-40B4-BE49-F238E27FC236}">
                            <a16:creationId xmlns:a16="http://schemas.microsoft.com/office/drawing/2014/main" id="{0535E6BD-9938-44AD-9B5B-1925AE0DC4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0490" y="2356962"/>
                        <a:ext cx="609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30">
            <a:extLst>
              <a:ext uri="{FF2B5EF4-FFF2-40B4-BE49-F238E27FC236}">
                <a16:creationId xmlns:a16="http://schemas.microsoft.com/office/drawing/2014/main" id="{F246FA0F-CDA8-4CCE-8B76-E9E56866DC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63869" y="1546111"/>
          <a:ext cx="736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" name="Equation" r:id="rId27" imgW="368280" imgH="253800" progId="Equation.DSMT4">
                  <p:embed/>
                </p:oleObj>
              </mc:Choice>
              <mc:Fallback>
                <p:oleObj name="Equation" r:id="rId27" imgW="368280" imgH="253800" progId="Equation.DSMT4">
                  <p:embed/>
                  <p:pic>
                    <p:nvPicPr>
                      <p:cNvPr id="55" name="Object 30">
                        <a:extLst>
                          <a:ext uri="{FF2B5EF4-FFF2-40B4-BE49-F238E27FC236}">
                            <a16:creationId xmlns:a16="http://schemas.microsoft.com/office/drawing/2014/main" id="{F246FA0F-CDA8-4CCE-8B76-E9E56866DC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3869" y="1546111"/>
                        <a:ext cx="736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29">
            <a:extLst>
              <a:ext uri="{FF2B5EF4-FFF2-40B4-BE49-F238E27FC236}">
                <a16:creationId xmlns:a16="http://schemas.microsoft.com/office/drawing/2014/main" id="{4D391CC5-FFE0-4E4B-BB93-F88BDACFF4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49688" y="2284413"/>
          <a:ext cx="5003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" name="Equation" r:id="rId29" imgW="2501640" imgH="253800" progId="Equation.DSMT4">
                  <p:embed/>
                </p:oleObj>
              </mc:Choice>
              <mc:Fallback>
                <p:oleObj name="Equation" r:id="rId29" imgW="2501640" imgH="253800" progId="Equation.DSMT4">
                  <p:embed/>
                  <p:pic>
                    <p:nvPicPr>
                      <p:cNvPr id="60" name="Object 29">
                        <a:extLst>
                          <a:ext uri="{FF2B5EF4-FFF2-40B4-BE49-F238E27FC236}">
                            <a16:creationId xmlns:a16="http://schemas.microsoft.com/office/drawing/2014/main" id="{4D391CC5-FFE0-4E4B-BB93-F88BDACFF4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9688" y="2284413"/>
                        <a:ext cx="5003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29">
            <a:extLst>
              <a:ext uri="{FF2B5EF4-FFF2-40B4-BE49-F238E27FC236}">
                <a16:creationId xmlns:a16="http://schemas.microsoft.com/office/drawing/2014/main" id="{4F30A806-57B8-40F0-9880-41F91E846D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0566" y="2773208"/>
          <a:ext cx="2311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" name="Equation" r:id="rId31" imgW="1155600" imgH="253800" progId="Equation.DSMT4">
                  <p:embed/>
                </p:oleObj>
              </mc:Choice>
              <mc:Fallback>
                <p:oleObj name="Equation" r:id="rId31" imgW="1155600" imgH="253800" progId="Equation.DSMT4">
                  <p:embed/>
                  <p:pic>
                    <p:nvPicPr>
                      <p:cNvPr id="61" name="Object 29">
                        <a:extLst>
                          <a:ext uri="{FF2B5EF4-FFF2-40B4-BE49-F238E27FC236}">
                            <a16:creationId xmlns:a16="http://schemas.microsoft.com/office/drawing/2014/main" id="{4F30A806-57B8-40F0-9880-41F91E846D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566" y="2773208"/>
                        <a:ext cx="2311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23">
            <a:extLst>
              <a:ext uri="{FF2B5EF4-FFF2-40B4-BE49-F238E27FC236}">
                <a16:creationId xmlns:a16="http://schemas.microsoft.com/office/drawing/2014/main" id="{013E3302-41BB-4932-8D67-3DA46F79FB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4219" y="3615408"/>
          <a:ext cx="711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9" name="Equation" r:id="rId33" imgW="355320" imgH="164880" progId="Equation.DSMT4">
                  <p:embed/>
                </p:oleObj>
              </mc:Choice>
              <mc:Fallback>
                <p:oleObj name="Equation" r:id="rId33" imgW="355320" imgH="164880" progId="Equation.DSMT4">
                  <p:embed/>
                  <p:pic>
                    <p:nvPicPr>
                      <p:cNvPr id="62" name="Object 23">
                        <a:extLst>
                          <a:ext uri="{FF2B5EF4-FFF2-40B4-BE49-F238E27FC236}">
                            <a16:creationId xmlns:a16="http://schemas.microsoft.com/office/drawing/2014/main" id="{013E3302-41BB-4932-8D67-3DA46F79FB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4219" y="3615408"/>
                        <a:ext cx="711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29">
            <a:extLst>
              <a:ext uri="{FF2B5EF4-FFF2-40B4-BE49-F238E27FC236}">
                <a16:creationId xmlns:a16="http://schemas.microsoft.com/office/drawing/2014/main" id="{93291B20-1B5E-42B6-BA73-625F90730A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6525" y="3560763"/>
          <a:ext cx="5080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" name="Equation" r:id="rId35" imgW="2539800" imgH="253800" progId="Equation.DSMT4">
                  <p:embed/>
                </p:oleObj>
              </mc:Choice>
              <mc:Fallback>
                <p:oleObj name="Equation" r:id="rId35" imgW="2539800" imgH="253800" progId="Equation.DSMT4">
                  <p:embed/>
                  <p:pic>
                    <p:nvPicPr>
                      <p:cNvPr id="63" name="Object 29">
                        <a:extLst>
                          <a:ext uri="{FF2B5EF4-FFF2-40B4-BE49-F238E27FC236}">
                            <a16:creationId xmlns:a16="http://schemas.microsoft.com/office/drawing/2014/main" id="{93291B20-1B5E-42B6-BA73-625F90730A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525" y="3560763"/>
                        <a:ext cx="5080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29">
            <a:extLst>
              <a:ext uri="{FF2B5EF4-FFF2-40B4-BE49-F238E27FC236}">
                <a16:creationId xmlns:a16="http://schemas.microsoft.com/office/drawing/2014/main" id="{D59E8DCC-C1A9-4E34-A454-C4503FEAE4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2463" y="4078288"/>
          <a:ext cx="5918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" name="Equation" r:id="rId37" imgW="2958840" imgH="253800" progId="Equation.DSMT4">
                  <p:embed/>
                </p:oleObj>
              </mc:Choice>
              <mc:Fallback>
                <p:oleObj name="Equation" r:id="rId37" imgW="2958840" imgH="253800" progId="Equation.DSMT4">
                  <p:embed/>
                  <p:pic>
                    <p:nvPicPr>
                      <p:cNvPr id="64" name="Object 29">
                        <a:extLst>
                          <a:ext uri="{FF2B5EF4-FFF2-40B4-BE49-F238E27FC236}">
                            <a16:creationId xmlns:a16="http://schemas.microsoft.com/office/drawing/2014/main" id="{D59E8DCC-C1A9-4E34-A454-C4503FEAE4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4078288"/>
                        <a:ext cx="5918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Text Box 22">
            <a:extLst>
              <a:ext uri="{FF2B5EF4-FFF2-40B4-BE49-F238E27FC236}">
                <a16:creationId xmlns:a16="http://schemas.microsoft.com/office/drawing/2014/main" id="{F7F851B2-C9F5-4341-AD5C-704C87FA6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0083" y="5249485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混合积：</a:t>
            </a:r>
          </a:p>
        </p:txBody>
      </p:sp>
      <p:graphicFrame>
        <p:nvGraphicFramePr>
          <p:cNvPr id="66" name="Object 23">
            <a:extLst>
              <a:ext uri="{FF2B5EF4-FFF2-40B4-BE49-F238E27FC236}">
                <a16:creationId xmlns:a16="http://schemas.microsoft.com/office/drawing/2014/main" id="{43BAA1E7-4919-4C04-BDE5-0E13A74370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4317" y="5391129"/>
          <a:ext cx="1041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" name="Equation" r:id="rId39" imgW="520560" imgH="164880" progId="Equation.DSMT4">
                  <p:embed/>
                </p:oleObj>
              </mc:Choice>
              <mc:Fallback>
                <p:oleObj name="Equation" r:id="rId39" imgW="520560" imgH="164880" progId="Equation.DSMT4">
                  <p:embed/>
                  <p:pic>
                    <p:nvPicPr>
                      <p:cNvPr id="66" name="Object 23">
                        <a:extLst>
                          <a:ext uri="{FF2B5EF4-FFF2-40B4-BE49-F238E27FC236}">
                            <a16:creationId xmlns:a16="http://schemas.microsoft.com/office/drawing/2014/main" id="{43BAA1E7-4919-4C04-BDE5-0E13A74370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4317" y="5391129"/>
                        <a:ext cx="1041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23">
            <a:extLst>
              <a:ext uri="{FF2B5EF4-FFF2-40B4-BE49-F238E27FC236}">
                <a16:creationId xmlns:a16="http://schemas.microsoft.com/office/drawing/2014/main" id="{B6916547-3FEE-429B-9DCD-B02CB8B417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8011" y="4789057"/>
          <a:ext cx="17526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" name="Equation" r:id="rId41" imgW="876240" imgH="787320" progId="Equation.DSMT4">
                  <p:embed/>
                </p:oleObj>
              </mc:Choice>
              <mc:Fallback>
                <p:oleObj name="Equation" r:id="rId41" imgW="876240" imgH="787320" progId="Equation.DSMT4">
                  <p:embed/>
                  <p:pic>
                    <p:nvPicPr>
                      <p:cNvPr id="67" name="Object 23">
                        <a:extLst>
                          <a:ext uri="{FF2B5EF4-FFF2-40B4-BE49-F238E27FC236}">
                            <a16:creationId xmlns:a16="http://schemas.microsoft.com/office/drawing/2014/main" id="{B6916547-3FEE-429B-9DCD-B02CB8B417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8011" y="4789057"/>
                        <a:ext cx="1752600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C79A41E4-9D52-4B6F-8D90-3E3B62E70D67}"/>
              </a:ext>
            </a:extLst>
          </p:cNvPr>
          <p:cNvGrpSpPr/>
          <p:nvPr/>
        </p:nvGrpSpPr>
        <p:grpSpPr>
          <a:xfrm>
            <a:off x="520117" y="2669831"/>
            <a:ext cx="1210368" cy="506830"/>
            <a:chOff x="226502" y="3106059"/>
            <a:chExt cx="1210368" cy="506830"/>
          </a:xfrm>
        </p:grpSpPr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D5031124-9A75-485C-8DEF-595F66F64F35}"/>
                </a:ext>
              </a:extLst>
            </p:cNvPr>
            <p:cNvCxnSpPr/>
            <p:nvPr/>
          </p:nvCxnSpPr>
          <p:spPr>
            <a:xfrm flipV="1">
              <a:off x="226502" y="3106059"/>
              <a:ext cx="741261" cy="3564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88131D10-70AC-4AA5-84E0-DEFF662F9260}"/>
                </a:ext>
              </a:extLst>
            </p:cNvPr>
            <p:cNvCxnSpPr/>
            <p:nvPr/>
          </p:nvCxnSpPr>
          <p:spPr>
            <a:xfrm>
              <a:off x="227563" y="3462556"/>
              <a:ext cx="1209307" cy="1225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38CB4A2D-1742-4A57-98B9-F8AF9AADF7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8407" y="3123446"/>
              <a:ext cx="49411" cy="385838"/>
            </a:xfrm>
            <a:prstGeom prst="line">
              <a:avLst/>
            </a:prstGeom>
            <a:ln w="6350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弧形 13">
              <a:extLst>
                <a:ext uri="{FF2B5EF4-FFF2-40B4-BE49-F238E27FC236}">
                  <a16:creationId xmlns:a16="http://schemas.microsoft.com/office/drawing/2014/main" id="{46845667-F061-4C40-A15C-8F3A818B7458}"/>
                </a:ext>
              </a:extLst>
            </p:cNvPr>
            <p:cNvSpPr/>
            <p:nvPr/>
          </p:nvSpPr>
          <p:spPr>
            <a:xfrm rot="905285">
              <a:off x="397563" y="3311937"/>
              <a:ext cx="190500" cy="300952"/>
            </a:xfrm>
            <a:prstGeom prst="arc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37B574E2-878E-44B3-8FEA-10C86940EF9C}"/>
              </a:ext>
            </a:extLst>
          </p:cNvPr>
          <p:cNvGrpSpPr/>
          <p:nvPr/>
        </p:nvGrpSpPr>
        <p:grpSpPr>
          <a:xfrm>
            <a:off x="187426" y="3615410"/>
            <a:ext cx="1837184" cy="839963"/>
            <a:chOff x="187426" y="3808355"/>
            <a:chExt cx="1837184" cy="839963"/>
          </a:xfrm>
        </p:grpSpPr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B9C87DFF-0DB7-4A99-8C2E-8D91A02A48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426" y="4160811"/>
              <a:ext cx="713360" cy="3712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4AECC70D-6FB0-4194-BF59-C5A3E456F97F}"/>
                </a:ext>
              </a:extLst>
            </p:cNvPr>
            <p:cNvCxnSpPr/>
            <p:nvPr/>
          </p:nvCxnSpPr>
          <p:spPr>
            <a:xfrm>
              <a:off x="188487" y="4519409"/>
              <a:ext cx="1209307" cy="1225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99FC3FD6-2306-4170-BC9B-B7844C08084D}"/>
                </a:ext>
              </a:extLst>
            </p:cNvPr>
            <p:cNvCxnSpPr>
              <a:cxnSpLocks/>
            </p:cNvCxnSpPr>
            <p:nvPr/>
          </p:nvCxnSpPr>
          <p:spPr>
            <a:xfrm>
              <a:off x="903287" y="4184147"/>
              <a:ext cx="1121323" cy="90636"/>
            </a:xfrm>
            <a:prstGeom prst="line">
              <a:avLst/>
            </a:prstGeom>
            <a:ln w="6350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CCBCE2E6-EAE3-49E2-84B3-B03AC1363A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7794" y="4274783"/>
              <a:ext cx="614764" cy="373535"/>
            </a:xfrm>
            <a:prstGeom prst="line">
              <a:avLst/>
            </a:prstGeom>
            <a:ln w="6350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4B2F63C7-B6ED-4B6C-B5A5-465C23F165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148" y="3808355"/>
              <a:ext cx="9983" cy="585846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BAFC851-DF62-4B23-98B1-6E7E55FA7714}"/>
              </a:ext>
            </a:extLst>
          </p:cNvPr>
          <p:cNvGrpSpPr/>
          <p:nvPr/>
        </p:nvGrpSpPr>
        <p:grpSpPr>
          <a:xfrm>
            <a:off x="105300" y="4870963"/>
            <a:ext cx="2346533" cy="1177066"/>
            <a:chOff x="105298" y="4971631"/>
            <a:chExt cx="2346533" cy="1177066"/>
          </a:xfrm>
        </p:grpSpPr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5E969B0C-2F89-42CE-B5E0-09F783A8558C}"/>
                </a:ext>
              </a:extLst>
            </p:cNvPr>
            <p:cNvCxnSpPr/>
            <p:nvPr/>
          </p:nvCxnSpPr>
          <p:spPr>
            <a:xfrm flipV="1">
              <a:off x="113115" y="5673997"/>
              <a:ext cx="741261" cy="3564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397C2299-F856-46D5-BBE1-9B30178CA6BC}"/>
                </a:ext>
              </a:extLst>
            </p:cNvPr>
            <p:cNvCxnSpPr/>
            <p:nvPr/>
          </p:nvCxnSpPr>
          <p:spPr>
            <a:xfrm>
              <a:off x="105298" y="6021616"/>
              <a:ext cx="1209307" cy="1225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5DDC507E-71FB-4C10-A22B-66077B9FFA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839" y="5331452"/>
              <a:ext cx="390751" cy="6841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FD348D68-724E-48F2-947D-E07DF37E04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0008" y="4971631"/>
              <a:ext cx="390751" cy="684112"/>
            </a:xfrm>
            <a:prstGeom prst="straightConnector1">
              <a:avLst/>
            </a:prstGeom>
            <a:ln>
              <a:solidFill>
                <a:schemeClr val="accent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866A66C6-FCB9-42F5-BDDB-39F8BA38E9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3856" y="5453709"/>
              <a:ext cx="390751" cy="684112"/>
            </a:xfrm>
            <a:prstGeom prst="straightConnector1">
              <a:avLst/>
            </a:prstGeom>
            <a:ln>
              <a:solidFill>
                <a:schemeClr val="accent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9565CCD3-E1A2-4F7D-861C-56539F253048}"/>
                </a:ext>
              </a:extLst>
            </p:cNvPr>
            <p:cNvCxnSpPr/>
            <p:nvPr/>
          </p:nvCxnSpPr>
          <p:spPr>
            <a:xfrm>
              <a:off x="828321" y="5665122"/>
              <a:ext cx="1209307" cy="122555"/>
            </a:xfrm>
            <a:prstGeom prst="straightConnector1">
              <a:avLst/>
            </a:prstGeom>
            <a:ln>
              <a:solidFill>
                <a:schemeClr val="accent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AD68BED9-908A-43D7-82DB-5B929C5BF7D8}"/>
                </a:ext>
              </a:extLst>
            </p:cNvPr>
            <p:cNvCxnSpPr/>
            <p:nvPr/>
          </p:nvCxnSpPr>
          <p:spPr>
            <a:xfrm flipV="1">
              <a:off x="1302951" y="5792200"/>
              <a:ext cx="741261" cy="356497"/>
            </a:xfrm>
            <a:prstGeom prst="straightConnector1">
              <a:avLst/>
            </a:prstGeom>
            <a:ln>
              <a:solidFill>
                <a:schemeClr val="accent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53B318EF-7DF5-4D65-AD4B-7B995575E4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5841" y="5103565"/>
              <a:ext cx="390751" cy="684112"/>
            </a:xfrm>
            <a:prstGeom prst="straightConnector1">
              <a:avLst/>
            </a:prstGeom>
            <a:ln>
              <a:solidFill>
                <a:schemeClr val="accent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0A0F47E8-A309-4067-9547-E9C88E775A43}"/>
                </a:ext>
              </a:extLst>
            </p:cNvPr>
            <p:cNvCxnSpPr/>
            <p:nvPr/>
          </p:nvCxnSpPr>
          <p:spPr>
            <a:xfrm>
              <a:off x="505518" y="5334317"/>
              <a:ext cx="1209307" cy="122555"/>
            </a:xfrm>
            <a:prstGeom prst="straightConnector1">
              <a:avLst/>
            </a:prstGeom>
            <a:ln>
              <a:solidFill>
                <a:schemeClr val="accent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3486ED62-7DD2-4A13-BB65-6B0E0F58E616}"/>
                </a:ext>
              </a:extLst>
            </p:cNvPr>
            <p:cNvCxnSpPr/>
            <p:nvPr/>
          </p:nvCxnSpPr>
          <p:spPr>
            <a:xfrm>
              <a:off x="1242524" y="4982364"/>
              <a:ext cx="1209307" cy="122555"/>
            </a:xfrm>
            <a:prstGeom prst="straightConnector1">
              <a:avLst/>
            </a:prstGeom>
            <a:ln>
              <a:solidFill>
                <a:schemeClr val="accent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71A3A0C1-1360-4CF7-9A27-9833C6D65ADD}"/>
                </a:ext>
              </a:extLst>
            </p:cNvPr>
            <p:cNvCxnSpPr/>
            <p:nvPr/>
          </p:nvCxnSpPr>
          <p:spPr>
            <a:xfrm flipV="1">
              <a:off x="1705784" y="5098521"/>
              <a:ext cx="741261" cy="356497"/>
            </a:xfrm>
            <a:prstGeom prst="straightConnector1">
              <a:avLst/>
            </a:prstGeom>
            <a:ln>
              <a:solidFill>
                <a:schemeClr val="accent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AF2D63BD-5E73-4AB9-80F5-3D581FB4A75B}"/>
                </a:ext>
              </a:extLst>
            </p:cNvPr>
            <p:cNvCxnSpPr/>
            <p:nvPr/>
          </p:nvCxnSpPr>
          <p:spPr>
            <a:xfrm flipV="1">
              <a:off x="493643" y="4986868"/>
              <a:ext cx="741261" cy="356497"/>
            </a:xfrm>
            <a:prstGeom prst="straightConnector1">
              <a:avLst/>
            </a:prstGeom>
            <a:ln>
              <a:solidFill>
                <a:schemeClr val="accent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8" name="Object 30">
            <a:extLst>
              <a:ext uri="{FF2B5EF4-FFF2-40B4-BE49-F238E27FC236}">
                <a16:creationId xmlns:a16="http://schemas.microsoft.com/office/drawing/2014/main" id="{840F7A52-535F-4466-BB1A-43EAD5CD9F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6740" y="2766770"/>
          <a:ext cx="736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4" name="Equation" r:id="rId43" imgW="368280" imgH="253800" progId="Equation.DSMT4">
                  <p:embed/>
                </p:oleObj>
              </mc:Choice>
              <mc:Fallback>
                <p:oleObj name="Equation" r:id="rId43" imgW="368280" imgH="253800" progId="Equation.DSMT4">
                  <p:embed/>
                  <p:pic>
                    <p:nvPicPr>
                      <p:cNvPr id="98" name="Object 30">
                        <a:extLst>
                          <a:ext uri="{FF2B5EF4-FFF2-40B4-BE49-F238E27FC236}">
                            <a16:creationId xmlns:a16="http://schemas.microsoft.com/office/drawing/2014/main" id="{840F7A52-535F-4466-BB1A-43EAD5CD9F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740" y="2766770"/>
                        <a:ext cx="736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23">
            <a:extLst>
              <a:ext uri="{FF2B5EF4-FFF2-40B4-BE49-F238E27FC236}">
                <a16:creationId xmlns:a16="http://schemas.microsoft.com/office/drawing/2014/main" id="{5E559B12-EB95-4675-B021-0DBA49040B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65538" y="6391275"/>
          <a:ext cx="3683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" name="Equation" r:id="rId45" imgW="1841400" imgH="164880" progId="Equation.DSMT4">
                  <p:embed/>
                </p:oleObj>
              </mc:Choice>
              <mc:Fallback>
                <p:oleObj name="Equation" r:id="rId45" imgW="1841400" imgH="164880" progId="Equation.DSMT4">
                  <p:embed/>
                  <p:pic>
                    <p:nvPicPr>
                      <p:cNvPr id="56" name="Object 23">
                        <a:extLst>
                          <a:ext uri="{FF2B5EF4-FFF2-40B4-BE49-F238E27FC236}">
                            <a16:creationId xmlns:a16="http://schemas.microsoft.com/office/drawing/2014/main" id="{5E559B12-EB95-4675-B021-0DBA49040B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5538" y="6391275"/>
                        <a:ext cx="36830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23">
            <a:extLst>
              <a:ext uri="{FF2B5EF4-FFF2-40B4-BE49-F238E27FC236}">
                <a16:creationId xmlns:a16="http://schemas.microsoft.com/office/drawing/2014/main" id="{FB2C1F8C-837A-4444-8F89-60D762EDA4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0525" y="5305425"/>
          <a:ext cx="1320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6" name="Equation" r:id="rId47" imgW="660240" imgH="279360" progId="Equation.DSMT4">
                  <p:embed/>
                </p:oleObj>
              </mc:Choice>
              <mc:Fallback>
                <p:oleObj name="Equation" r:id="rId47" imgW="660240" imgH="279360" progId="Equation.DSMT4">
                  <p:embed/>
                  <p:pic>
                    <p:nvPicPr>
                      <p:cNvPr id="57" name="Object 23">
                        <a:extLst>
                          <a:ext uri="{FF2B5EF4-FFF2-40B4-BE49-F238E27FC236}">
                            <a16:creationId xmlns:a16="http://schemas.microsoft.com/office/drawing/2014/main" id="{FB2C1F8C-837A-4444-8F89-60D762EDA4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0525" y="5305425"/>
                        <a:ext cx="13208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Text Box 22">
            <a:extLst>
              <a:ext uri="{FF2B5EF4-FFF2-40B4-BE49-F238E27FC236}">
                <a16:creationId xmlns:a16="http://schemas.microsoft.com/office/drawing/2014/main" id="{C8BA477A-66AC-47C8-A6B5-A649FF961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746" y="1187065"/>
            <a:ext cx="20201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向量实体也可以用指标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F8753510-404B-4B1B-B236-A69C9B71F510}"/>
              </a:ext>
            </a:extLst>
          </p:cNvPr>
          <p:cNvSpPr txBox="1"/>
          <p:nvPr/>
        </p:nvSpPr>
        <p:spPr>
          <a:xfrm>
            <a:off x="113115" y="6295513"/>
            <a:ext cx="35242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ea typeface="等线" panose="02010600030101010101" pitchFamily="2" charset="-122"/>
                <a:cs typeface="楷体_GB2312"/>
              </a:rPr>
              <a:t>分量形式？指标表示？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31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0" grpId="0"/>
      <p:bldP spid="65" grpId="0"/>
      <p:bldP spid="75" grpId="0"/>
      <p:bldP spid="7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3" name="Object 4">
            <a:extLst>
              <a:ext uri="{FF2B5EF4-FFF2-40B4-BE49-F238E27FC236}">
                <a16:creationId xmlns:a16="http://schemas.microsoft.com/office/drawing/2014/main" id="{6D441BE4-B9A3-4200-A57B-AB06BEB3C8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6025" y="1770063"/>
          <a:ext cx="4616450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Equation" r:id="rId3" imgW="2311200" imgH="533160" progId="Equation.DSMT4">
                  <p:embed/>
                </p:oleObj>
              </mc:Choice>
              <mc:Fallback>
                <p:oleObj name="Equation" r:id="rId3" imgW="2311200" imgH="533160" progId="Equation.DSMT4">
                  <p:embed/>
                  <p:pic>
                    <p:nvPicPr>
                      <p:cNvPr id="27653" name="Object 4">
                        <a:extLst>
                          <a:ext uri="{FF2B5EF4-FFF2-40B4-BE49-F238E27FC236}">
                            <a16:creationId xmlns:a16="http://schemas.microsoft.com/office/drawing/2014/main" id="{6D441BE4-B9A3-4200-A57B-AB06BEB3C8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025" y="1770063"/>
                        <a:ext cx="4616450" cy="1065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Text Box 5">
            <a:extLst>
              <a:ext uri="{FF2B5EF4-FFF2-40B4-BE49-F238E27FC236}">
                <a16:creationId xmlns:a16="http://schemas.microsoft.com/office/drawing/2014/main" id="{BDA59270-9AA0-47BF-A81C-AD8B8D397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28" y="1021513"/>
            <a:ext cx="49039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克罗内克尔</a:t>
            </a:r>
            <a:r>
              <a:rPr lang="en-US" altLang="zh-CN" sz="2800" b="1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(Kronecker)</a:t>
            </a:r>
            <a:r>
              <a:rPr lang="el-GR" altLang="zh-CN" sz="2800" b="1" dirty="0">
                <a:solidFill>
                  <a:srgbClr val="DD2BC8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δ</a:t>
            </a:r>
            <a:r>
              <a:rPr lang="zh-CN" altLang="en-US" sz="2800" b="1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符号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D7F7EBBA-F2F1-42F1-BF31-D0464AFA3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0141" y="-64898"/>
            <a:ext cx="3770961" cy="1325563"/>
          </a:xfrm>
        </p:spPr>
        <p:txBody>
          <a:bodyPr/>
          <a:lstStyle/>
          <a:p>
            <a:r>
              <a:rPr lang="el-GR" altLang="zh-CN" dirty="0">
                <a:latin typeface="等线" panose="02010600030101010101" pitchFamily="2" charset="-122"/>
                <a:ea typeface="等线" panose="02010600030101010101" pitchFamily="2" charset="-122"/>
                <a:cs typeface="楷体_GB2312"/>
              </a:rPr>
              <a:t>δ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楷体_GB2312"/>
              </a:rPr>
              <a:t>符号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graphicFrame>
        <p:nvGraphicFramePr>
          <p:cNvPr id="18" name="Object 30">
            <a:extLst>
              <a:ext uri="{FF2B5EF4-FFF2-40B4-BE49-F238E27FC236}">
                <a16:creationId xmlns:a16="http://schemas.microsoft.com/office/drawing/2014/main" id="{123E1666-F21C-4F4C-B0D9-CF28162CA2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2700" y="5259388"/>
          <a:ext cx="2438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Equation" r:id="rId5" imgW="1218960" imgH="266400" progId="Equation.DSMT4">
                  <p:embed/>
                </p:oleObj>
              </mc:Choice>
              <mc:Fallback>
                <p:oleObj name="Equation" r:id="rId5" imgW="1218960" imgH="266400" progId="Equation.DSMT4">
                  <p:embed/>
                  <p:pic>
                    <p:nvPicPr>
                      <p:cNvPr id="18" name="Object 30">
                        <a:extLst>
                          <a:ext uri="{FF2B5EF4-FFF2-40B4-BE49-F238E27FC236}">
                            <a16:creationId xmlns:a16="http://schemas.microsoft.com/office/drawing/2014/main" id="{123E1666-F21C-4F4C-B0D9-CF28162CA2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0" y="5259388"/>
                        <a:ext cx="2438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5">
            <a:extLst>
              <a:ext uri="{FF2B5EF4-FFF2-40B4-BE49-F238E27FC236}">
                <a16:creationId xmlns:a16="http://schemas.microsoft.com/office/drawing/2014/main" id="{2D557B7C-0E43-4AFF-BBF8-BFF07A37E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26" y="2905780"/>
            <a:ext cx="12618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说明：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4C1AED8-110D-4AAE-89A2-379C7E83A155}"/>
              </a:ext>
            </a:extLst>
          </p:cNvPr>
          <p:cNvGrpSpPr/>
          <p:nvPr/>
        </p:nvGrpSpPr>
        <p:grpSpPr>
          <a:xfrm>
            <a:off x="1096220" y="3507011"/>
            <a:ext cx="2068090" cy="547650"/>
            <a:chOff x="1096220" y="3507011"/>
            <a:chExt cx="2068090" cy="547650"/>
          </a:xfrm>
        </p:grpSpPr>
        <p:graphicFrame>
          <p:nvGraphicFramePr>
            <p:cNvPr id="22" name="Object 30">
              <a:extLst>
                <a:ext uri="{FF2B5EF4-FFF2-40B4-BE49-F238E27FC236}">
                  <a16:creationId xmlns:a16="http://schemas.microsoft.com/office/drawing/2014/main" id="{515723A3-69B9-4DB7-8C53-E46424172E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22910" y="3521261"/>
            <a:ext cx="10414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2" name="Equation" r:id="rId7" imgW="520560" imgH="266400" progId="Equation.DSMT4">
                    <p:embed/>
                  </p:oleObj>
                </mc:Choice>
                <mc:Fallback>
                  <p:oleObj name="Equation" r:id="rId7" imgW="520560" imgH="266400" progId="Equation.DSMT4">
                    <p:embed/>
                    <p:pic>
                      <p:nvPicPr>
                        <p:cNvPr id="22" name="Object 30">
                          <a:extLst>
                            <a:ext uri="{FF2B5EF4-FFF2-40B4-BE49-F238E27FC236}">
                              <a16:creationId xmlns:a16="http://schemas.microsoft.com/office/drawing/2014/main" id="{515723A3-69B9-4DB7-8C53-E46424172E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2910" y="3521261"/>
                          <a:ext cx="1041400" cy="533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 Box 5">
              <a:extLst>
                <a:ext uri="{FF2B5EF4-FFF2-40B4-BE49-F238E27FC236}">
                  <a16:creationId xmlns:a16="http://schemas.microsoft.com/office/drawing/2014/main" id="{5BF8D172-1ECC-46CE-B88A-B322E2CCFB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6220" y="3507011"/>
              <a:ext cx="110318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ea typeface="等线" panose="02010600030101010101" pitchFamily="2" charset="-122"/>
                  <a:cs typeface="楷体_GB2312"/>
                </a:rPr>
                <a:t>（</a:t>
              </a:r>
              <a:r>
                <a:rPr lang="en-US" altLang="zh-CN" sz="2800" dirty="0">
                  <a:ea typeface="等线" panose="02010600030101010101" pitchFamily="2" charset="-122"/>
                  <a:cs typeface="楷体_GB2312"/>
                </a:rPr>
                <a:t>1</a:t>
              </a:r>
              <a:r>
                <a:rPr lang="zh-CN" altLang="en-US" sz="2800" dirty="0">
                  <a:ea typeface="等线" panose="02010600030101010101" pitchFamily="2" charset="-122"/>
                  <a:cs typeface="楷体_GB2312"/>
                </a:rPr>
                <a:t>）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8EF4B2B-0E23-46D0-B13C-54C6A8F2FCCB}"/>
              </a:ext>
            </a:extLst>
          </p:cNvPr>
          <p:cNvGrpSpPr/>
          <p:nvPr/>
        </p:nvGrpSpPr>
        <p:grpSpPr>
          <a:xfrm>
            <a:off x="1096221" y="4214666"/>
            <a:ext cx="3795291" cy="533400"/>
            <a:chOff x="1096219" y="4214666"/>
            <a:chExt cx="3795291" cy="533400"/>
          </a:xfrm>
        </p:grpSpPr>
        <p:graphicFrame>
          <p:nvGraphicFramePr>
            <p:cNvPr id="23" name="Object 30">
              <a:extLst>
                <a:ext uri="{FF2B5EF4-FFF2-40B4-BE49-F238E27FC236}">
                  <a16:creationId xmlns:a16="http://schemas.microsoft.com/office/drawing/2014/main" id="{B25BEAB8-2BA9-4F9F-9342-68603AF4B6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22910" y="4214666"/>
            <a:ext cx="27686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3" name="Equation" r:id="rId9" imgW="1384200" imgH="266400" progId="Equation.DSMT4">
                    <p:embed/>
                  </p:oleObj>
                </mc:Choice>
                <mc:Fallback>
                  <p:oleObj name="Equation" r:id="rId9" imgW="1384200" imgH="266400" progId="Equation.DSMT4">
                    <p:embed/>
                    <p:pic>
                      <p:nvPicPr>
                        <p:cNvPr id="23" name="Object 30">
                          <a:extLst>
                            <a:ext uri="{FF2B5EF4-FFF2-40B4-BE49-F238E27FC236}">
                              <a16:creationId xmlns:a16="http://schemas.microsoft.com/office/drawing/2014/main" id="{B25BEAB8-2BA9-4F9F-9342-68603AF4B6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2910" y="4214666"/>
                          <a:ext cx="2768600" cy="533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 Box 5">
              <a:extLst>
                <a:ext uri="{FF2B5EF4-FFF2-40B4-BE49-F238E27FC236}">
                  <a16:creationId xmlns:a16="http://schemas.microsoft.com/office/drawing/2014/main" id="{C755D51E-73D6-4BAF-8C3A-60F4105F5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6219" y="4222760"/>
              <a:ext cx="110318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ea typeface="等线" panose="02010600030101010101" pitchFamily="2" charset="-122"/>
                  <a:cs typeface="楷体_GB2312"/>
                </a:rPr>
                <a:t>（</a:t>
              </a:r>
              <a:r>
                <a:rPr lang="en-US" altLang="zh-CN" sz="2800" dirty="0">
                  <a:ea typeface="等线" panose="02010600030101010101" pitchFamily="2" charset="-122"/>
                  <a:cs typeface="楷体_GB2312"/>
                </a:rPr>
                <a:t>2</a:t>
              </a:r>
              <a:r>
                <a:rPr lang="zh-CN" altLang="en-US" sz="2800" dirty="0">
                  <a:ea typeface="等线" panose="02010600030101010101" pitchFamily="2" charset="-122"/>
                  <a:cs typeface="楷体_GB2312"/>
                </a:rPr>
                <a:t>）</a:t>
              </a:r>
            </a:p>
          </p:txBody>
        </p:sp>
      </p:grpSp>
      <p:graphicFrame>
        <p:nvGraphicFramePr>
          <p:cNvPr id="27" name="Object 23">
            <a:extLst>
              <a:ext uri="{FF2B5EF4-FFF2-40B4-BE49-F238E27FC236}">
                <a16:creationId xmlns:a16="http://schemas.microsoft.com/office/drawing/2014/main" id="{868DCB3E-25E2-420A-A747-C267E5FE38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68600" y="5259388"/>
          <a:ext cx="990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name="Equation" r:id="rId11" imgW="495000" imgH="266400" progId="Equation.DSMT4">
                  <p:embed/>
                </p:oleObj>
              </mc:Choice>
              <mc:Fallback>
                <p:oleObj name="Equation" r:id="rId11" imgW="495000" imgH="266400" progId="Equation.DSMT4">
                  <p:embed/>
                  <p:pic>
                    <p:nvPicPr>
                      <p:cNvPr id="27" name="Object 23">
                        <a:extLst>
                          <a:ext uri="{FF2B5EF4-FFF2-40B4-BE49-F238E27FC236}">
                            <a16:creationId xmlns:a16="http://schemas.microsoft.com/office/drawing/2014/main" id="{868DCB3E-25E2-420A-A747-C267E5FE38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600" y="5259388"/>
                        <a:ext cx="990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3">
            <a:extLst>
              <a:ext uri="{FF2B5EF4-FFF2-40B4-BE49-F238E27FC236}">
                <a16:creationId xmlns:a16="http://schemas.microsoft.com/office/drawing/2014/main" id="{E615A78B-163A-4974-9FAB-4D8EB80245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11300" y="5956300"/>
          <a:ext cx="6121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Equation" r:id="rId13" imgW="3060360" imgH="266400" progId="Equation.DSMT4">
                  <p:embed/>
                </p:oleObj>
              </mc:Choice>
              <mc:Fallback>
                <p:oleObj name="Equation" r:id="rId13" imgW="3060360" imgH="266400" progId="Equation.DSMT4">
                  <p:embed/>
                  <p:pic>
                    <p:nvPicPr>
                      <p:cNvPr id="28" name="Object 23">
                        <a:extLst>
                          <a:ext uri="{FF2B5EF4-FFF2-40B4-BE49-F238E27FC236}">
                            <a16:creationId xmlns:a16="http://schemas.microsoft.com/office/drawing/2014/main" id="{E615A78B-163A-4974-9FAB-4D8EB80245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5956300"/>
                        <a:ext cx="6121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5" name="Text Box 6">
            <a:extLst>
              <a:ext uri="{FF2B5EF4-FFF2-40B4-BE49-F238E27FC236}">
                <a16:creationId xmlns:a16="http://schemas.microsoft.com/office/drawing/2014/main" id="{BD40D643-699C-43D4-AEE9-FEA272535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419" y="1320875"/>
            <a:ext cx="1612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置换符号</a:t>
            </a:r>
          </a:p>
        </p:txBody>
      </p:sp>
      <p:graphicFrame>
        <p:nvGraphicFramePr>
          <p:cNvPr id="27656" name="Object 7">
            <a:extLst>
              <a:ext uri="{FF2B5EF4-FFF2-40B4-BE49-F238E27FC236}">
                <a16:creationId xmlns:a16="http://schemas.microsoft.com/office/drawing/2014/main" id="{F6615192-D5E2-481D-BBF3-FD0B3423B3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4731" y="2073123"/>
          <a:ext cx="1293813" cy="167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8" name="Equation" r:id="rId3" imgW="647700" imgH="838200" progId="Equation.DSMT4">
                  <p:embed/>
                </p:oleObj>
              </mc:Choice>
              <mc:Fallback>
                <p:oleObj name="Equation" r:id="rId3" imgW="647700" imgH="838200" progId="Equation.DSMT4">
                  <p:embed/>
                  <p:pic>
                    <p:nvPicPr>
                      <p:cNvPr id="27656" name="Object 7">
                        <a:extLst>
                          <a:ext uri="{FF2B5EF4-FFF2-40B4-BE49-F238E27FC236}">
                            <a16:creationId xmlns:a16="http://schemas.microsoft.com/office/drawing/2014/main" id="{F6615192-D5E2-481D-BBF3-FD0B3423B3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731" y="2073123"/>
                        <a:ext cx="1293813" cy="167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7" name="Text Box 8">
            <a:extLst>
              <a:ext uri="{FF2B5EF4-FFF2-40B4-BE49-F238E27FC236}">
                <a16:creationId xmlns:a16="http://schemas.microsoft.com/office/drawing/2014/main" id="{4D0F69AE-F086-4A3C-AB72-27C7F3DAE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8417" y="2093762"/>
            <a:ext cx="33906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, 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j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, 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k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中至少有两个相同</a:t>
            </a:r>
          </a:p>
        </p:txBody>
      </p:sp>
      <p:sp>
        <p:nvSpPr>
          <p:cNvPr id="27658" name="Text Box 9">
            <a:extLst>
              <a:ext uri="{FF2B5EF4-FFF2-40B4-BE49-F238E27FC236}">
                <a16:creationId xmlns:a16="http://schemas.microsoft.com/office/drawing/2014/main" id="{5F3B31C6-FCD7-489F-9754-98B83E77C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429" y="2695425"/>
            <a:ext cx="21595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, 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j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, 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k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为偶排列</a:t>
            </a:r>
          </a:p>
        </p:txBody>
      </p:sp>
      <p:sp>
        <p:nvSpPr>
          <p:cNvPr id="27659" name="Text Box 10">
            <a:extLst>
              <a:ext uri="{FF2B5EF4-FFF2-40B4-BE49-F238E27FC236}">
                <a16:creationId xmlns:a16="http://schemas.microsoft.com/office/drawing/2014/main" id="{95B6C6E2-DF23-495C-A975-B4F0D1DF6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6029" y="3224062"/>
            <a:ext cx="21595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, 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j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, 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k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楷体_GB2312"/>
              </a:rPr>
              <a:t>为奇排列</a:t>
            </a:r>
          </a:p>
        </p:txBody>
      </p:sp>
      <p:graphicFrame>
        <p:nvGraphicFramePr>
          <p:cNvPr id="27660" name="Object 11">
            <a:extLst>
              <a:ext uri="{FF2B5EF4-FFF2-40B4-BE49-F238E27FC236}">
                <a16:creationId xmlns:a16="http://schemas.microsoft.com/office/drawing/2014/main" id="{9D9F7E8A-CB08-4AA3-BF63-9BF473194A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54315" y="1362077"/>
          <a:ext cx="18256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9" name="Equation" r:id="rId5" imgW="914400" imgH="266400" progId="Equation.DSMT4">
                  <p:embed/>
                </p:oleObj>
              </mc:Choice>
              <mc:Fallback>
                <p:oleObj name="Equation" r:id="rId5" imgW="914400" imgH="266400" progId="Equation.DSMT4">
                  <p:embed/>
                  <p:pic>
                    <p:nvPicPr>
                      <p:cNvPr id="27660" name="Object 11">
                        <a:extLst>
                          <a:ext uri="{FF2B5EF4-FFF2-40B4-BE49-F238E27FC236}">
                            <a16:creationId xmlns:a16="http://schemas.microsoft.com/office/drawing/2014/main" id="{9D9F7E8A-CB08-4AA3-BF63-9BF473194A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315" y="1362077"/>
                        <a:ext cx="1825625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标题 1">
            <a:extLst>
              <a:ext uri="{FF2B5EF4-FFF2-40B4-BE49-F238E27FC236}">
                <a16:creationId xmlns:a16="http://schemas.microsoft.com/office/drawing/2014/main" id="{D7F7EBBA-F2F1-42F1-BF31-D0464AFA3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3533" y="-28531"/>
            <a:ext cx="3770961" cy="1325563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楷体_GB2312"/>
              </a:rPr>
              <a:t>置换符号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楷体_GB2312"/>
                <a:sym typeface="Symbol" panose="05050102010706020507" pitchFamily="18" charset="2"/>
              </a:rPr>
              <a:t>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graphicFrame>
        <p:nvGraphicFramePr>
          <p:cNvPr id="19" name="Object 23">
            <a:extLst>
              <a:ext uri="{FF2B5EF4-FFF2-40B4-BE49-F238E27FC236}">
                <a16:creationId xmlns:a16="http://schemas.microsoft.com/office/drawing/2014/main" id="{F177CAC7-0139-445D-BD82-0D5BC78AC3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6663" y="5248275"/>
          <a:ext cx="5130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" name="Equation" r:id="rId7" imgW="2565360" imgH="266400" progId="Equation.DSMT4">
                  <p:embed/>
                </p:oleObj>
              </mc:Choice>
              <mc:Fallback>
                <p:oleObj name="Equation" r:id="rId7" imgW="2565360" imgH="266400" progId="Equation.DSMT4">
                  <p:embed/>
                  <p:pic>
                    <p:nvPicPr>
                      <p:cNvPr id="19" name="Object 23">
                        <a:extLst>
                          <a:ext uri="{FF2B5EF4-FFF2-40B4-BE49-F238E27FC236}">
                            <a16:creationId xmlns:a16="http://schemas.microsoft.com/office/drawing/2014/main" id="{F177CAC7-0139-445D-BD82-0D5BC78AC3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663" y="5248275"/>
                        <a:ext cx="5130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1">
            <a:extLst>
              <a:ext uri="{FF2B5EF4-FFF2-40B4-BE49-F238E27FC236}">
                <a16:creationId xmlns:a16="http://schemas.microsoft.com/office/drawing/2014/main" id="{C50AFE06-C7EF-4294-AF5A-0A61E05A6A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8529" y="4614044"/>
          <a:ext cx="21066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1" name="Equation" r:id="rId9" imgW="1054080" imgH="266400" progId="Equation.DSMT4">
                  <p:embed/>
                </p:oleObj>
              </mc:Choice>
              <mc:Fallback>
                <p:oleObj name="Equation" r:id="rId9" imgW="1054080" imgH="266400" progId="Equation.DSMT4">
                  <p:embed/>
                  <p:pic>
                    <p:nvPicPr>
                      <p:cNvPr id="20" name="Object 11">
                        <a:extLst>
                          <a:ext uri="{FF2B5EF4-FFF2-40B4-BE49-F238E27FC236}">
                            <a16:creationId xmlns:a16="http://schemas.microsoft.com/office/drawing/2014/main" id="{C50AFE06-C7EF-4294-AF5A-0A61E05A6A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8529" y="4614044"/>
                        <a:ext cx="21066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764E09C0-4705-4F6C-BC85-EA7EB7626A43}"/>
              </a:ext>
            </a:extLst>
          </p:cNvPr>
          <p:cNvGrpSpPr/>
          <p:nvPr/>
        </p:nvGrpSpPr>
        <p:grpSpPr>
          <a:xfrm>
            <a:off x="638369" y="1995694"/>
            <a:ext cx="1512075" cy="1586957"/>
            <a:chOff x="893048" y="3909387"/>
            <a:chExt cx="1512075" cy="1586957"/>
          </a:xfrm>
        </p:grpSpPr>
        <p:sp>
          <p:nvSpPr>
            <p:cNvPr id="25" name="弧形 24">
              <a:extLst>
                <a:ext uri="{FF2B5EF4-FFF2-40B4-BE49-F238E27FC236}">
                  <a16:creationId xmlns:a16="http://schemas.microsoft.com/office/drawing/2014/main" id="{D2D65ADB-09F2-469B-9F9A-551EA6291121}"/>
                </a:ext>
              </a:extLst>
            </p:cNvPr>
            <p:cNvSpPr/>
            <p:nvPr/>
          </p:nvSpPr>
          <p:spPr>
            <a:xfrm rot="7429184">
              <a:off x="990691" y="4219083"/>
              <a:ext cx="1251957" cy="1302565"/>
            </a:xfrm>
            <a:prstGeom prst="arc">
              <a:avLst>
                <a:gd name="adj1" fmla="val 16200000"/>
                <a:gd name="adj2" fmla="val 942946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44BF303-FE1C-4396-83EA-3F51495BB703}"/>
                </a:ext>
              </a:extLst>
            </p:cNvPr>
            <p:cNvGrpSpPr/>
            <p:nvPr/>
          </p:nvGrpSpPr>
          <p:grpSpPr>
            <a:xfrm>
              <a:off x="893048" y="3909387"/>
              <a:ext cx="1512075" cy="1525046"/>
              <a:chOff x="893048" y="3909387"/>
              <a:chExt cx="1512075" cy="1525046"/>
            </a:xfrm>
          </p:grpSpPr>
          <p:graphicFrame>
            <p:nvGraphicFramePr>
              <p:cNvPr id="22" name="Object 7">
                <a:extLst>
                  <a:ext uri="{FF2B5EF4-FFF2-40B4-BE49-F238E27FC236}">
                    <a16:creationId xmlns:a16="http://schemas.microsoft.com/office/drawing/2014/main" id="{237C38D6-6258-4844-A2F2-E44EA5D277B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57946" y="3909387"/>
              <a:ext cx="203200" cy="3286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22" name="Equation" r:id="rId11" imgW="101520" imgH="164880" progId="Equation.DSMT4">
                      <p:embed/>
                    </p:oleObj>
                  </mc:Choice>
                  <mc:Fallback>
                    <p:oleObj name="Equation" r:id="rId11" imgW="101520" imgH="164880" progId="Equation.DSMT4">
                      <p:embed/>
                      <p:pic>
                        <p:nvPicPr>
                          <p:cNvPr id="22" name="Object 7">
                            <a:extLst>
                              <a:ext uri="{FF2B5EF4-FFF2-40B4-BE49-F238E27FC236}">
                                <a16:creationId xmlns:a16="http://schemas.microsoft.com/office/drawing/2014/main" id="{237C38D6-6258-4844-A2F2-E44EA5D277B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57946" y="3909387"/>
                            <a:ext cx="203200" cy="3286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Object 7">
                <a:extLst>
                  <a:ext uri="{FF2B5EF4-FFF2-40B4-BE49-F238E27FC236}">
                    <a16:creationId xmlns:a16="http://schemas.microsoft.com/office/drawing/2014/main" id="{5208B565-8010-4B2E-9501-2564CC62E62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76523" y="4937478"/>
              <a:ext cx="228600" cy="3286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23" name="Equation" r:id="rId13" imgW="114120" imgH="164880" progId="Equation.DSMT4">
                      <p:embed/>
                    </p:oleObj>
                  </mc:Choice>
                  <mc:Fallback>
                    <p:oleObj name="Equation" r:id="rId13" imgW="114120" imgH="164880" progId="Equation.DSMT4">
                      <p:embed/>
                      <p:pic>
                        <p:nvPicPr>
                          <p:cNvPr id="23" name="Object 7">
                            <a:extLst>
                              <a:ext uri="{FF2B5EF4-FFF2-40B4-BE49-F238E27FC236}">
                                <a16:creationId xmlns:a16="http://schemas.microsoft.com/office/drawing/2014/main" id="{5208B565-8010-4B2E-9501-2564CC62E62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76523" y="4937478"/>
                            <a:ext cx="228600" cy="3286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Object 7">
                <a:extLst>
                  <a:ext uri="{FF2B5EF4-FFF2-40B4-BE49-F238E27FC236}">
                    <a16:creationId xmlns:a16="http://schemas.microsoft.com/office/drawing/2014/main" id="{3E8014A1-8F0B-4775-9D4A-475A0687CE9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93048" y="4954256"/>
              <a:ext cx="254000" cy="3286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24" name="Equation" r:id="rId15" imgW="126720" imgH="164880" progId="Equation.DSMT4">
                      <p:embed/>
                    </p:oleObj>
                  </mc:Choice>
                  <mc:Fallback>
                    <p:oleObj name="Equation" r:id="rId15" imgW="126720" imgH="164880" progId="Equation.DSMT4">
                      <p:embed/>
                      <p:pic>
                        <p:nvPicPr>
                          <p:cNvPr id="24" name="Object 7">
                            <a:extLst>
                              <a:ext uri="{FF2B5EF4-FFF2-40B4-BE49-F238E27FC236}">
                                <a16:creationId xmlns:a16="http://schemas.microsoft.com/office/drawing/2014/main" id="{3E8014A1-8F0B-4775-9D4A-475A0687CE9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93048" y="4954256"/>
                            <a:ext cx="254000" cy="3286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" name="弧形 2">
                <a:extLst>
                  <a:ext uri="{FF2B5EF4-FFF2-40B4-BE49-F238E27FC236}">
                    <a16:creationId xmlns:a16="http://schemas.microsoft.com/office/drawing/2014/main" id="{4B8A2EAF-F023-422F-80D7-F80D8C050F12}"/>
                  </a:ext>
                </a:extLst>
              </p:cNvPr>
              <p:cNvSpPr/>
              <p:nvPr/>
            </p:nvSpPr>
            <p:spPr>
              <a:xfrm>
                <a:off x="1071547" y="4131868"/>
                <a:ext cx="1251957" cy="1302565"/>
              </a:xfrm>
              <a:prstGeom prst="arc">
                <a:avLst>
                  <a:gd name="adj1" fmla="val 16200000"/>
                  <a:gd name="adj2" fmla="val 800036"/>
                </a:avLst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弧形 25">
                <a:extLst>
                  <a:ext uri="{FF2B5EF4-FFF2-40B4-BE49-F238E27FC236}">
                    <a16:creationId xmlns:a16="http://schemas.microsoft.com/office/drawing/2014/main" id="{DEC7C670-335A-498A-9BDB-B7EF0D238833}"/>
                  </a:ext>
                </a:extLst>
              </p:cNvPr>
              <p:cNvSpPr/>
              <p:nvPr/>
            </p:nvSpPr>
            <p:spPr>
              <a:xfrm rot="15188105">
                <a:off x="974265" y="4114618"/>
                <a:ext cx="1251957" cy="1302565"/>
              </a:xfrm>
              <a:prstGeom prst="arc">
                <a:avLst>
                  <a:gd name="adj1" fmla="val 16200000"/>
                  <a:gd name="adj2" fmla="val 936386"/>
                </a:avLst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55E0DAFF-B0F3-4BDF-AE48-3DC33415C460}"/>
              </a:ext>
            </a:extLst>
          </p:cNvPr>
          <p:cNvGrpSpPr/>
          <p:nvPr/>
        </p:nvGrpSpPr>
        <p:grpSpPr>
          <a:xfrm>
            <a:off x="688702" y="3915058"/>
            <a:ext cx="1512681" cy="1583314"/>
            <a:chOff x="893048" y="3921419"/>
            <a:chExt cx="1512681" cy="1583314"/>
          </a:xfrm>
        </p:grpSpPr>
        <p:sp>
          <p:nvSpPr>
            <p:cNvPr id="39" name="弧形 38">
              <a:extLst>
                <a:ext uri="{FF2B5EF4-FFF2-40B4-BE49-F238E27FC236}">
                  <a16:creationId xmlns:a16="http://schemas.microsoft.com/office/drawing/2014/main" id="{42C3C02E-0785-497A-8ADE-E0668DE2D1C4}"/>
                </a:ext>
              </a:extLst>
            </p:cNvPr>
            <p:cNvSpPr/>
            <p:nvPr/>
          </p:nvSpPr>
          <p:spPr>
            <a:xfrm rot="7429184">
              <a:off x="1007469" y="4227472"/>
              <a:ext cx="1251957" cy="1302565"/>
            </a:xfrm>
            <a:prstGeom prst="arc">
              <a:avLst>
                <a:gd name="adj1" fmla="val 16200000"/>
                <a:gd name="adj2" fmla="val 942946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3B0A9072-8678-41BE-BD1E-7CB58EA324F8}"/>
                </a:ext>
              </a:extLst>
            </p:cNvPr>
            <p:cNvGrpSpPr/>
            <p:nvPr/>
          </p:nvGrpSpPr>
          <p:grpSpPr>
            <a:xfrm>
              <a:off x="893048" y="3921419"/>
              <a:ext cx="1512681" cy="1521403"/>
              <a:chOff x="893048" y="3921419"/>
              <a:chExt cx="1512681" cy="1521403"/>
            </a:xfrm>
          </p:grpSpPr>
          <p:graphicFrame>
            <p:nvGraphicFramePr>
              <p:cNvPr id="41" name="Object 7">
                <a:extLst>
                  <a:ext uri="{FF2B5EF4-FFF2-40B4-BE49-F238E27FC236}">
                    <a16:creationId xmlns:a16="http://schemas.microsoft.com/office/drawing/2014/main" id="{EE89A7DC-75F0-42BA-A438-B8A86BEA539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70704" y="3921419"/>
              <a:ext cx="177800" cy="303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25" name="Equation" r:id="rId17" imgW="88560" imgH="152280" progId="Equation.DSMT4">
                      <p:embed/>
                    </p:oleObj>
                  </mc:Choice>
                  <mc:Fallback>
                    <p:oleObj name="Equation" r:id="rId17" imgW="88560" imgH="152280" progId="Equation.DSMT4">
                      <p:embed/>
                      <p:pic>
                        <p:nvPicPr>
                          <p:cNvPr id="41" name="Object 7">
                            <a:extLst>
                              <a:ext uri="{FF2B5EF4-FFF2-40B4-BE49-F238E27FC236}">
                                <a16:creationId xmlns:a16="http://schemas.microsoft.com/office/drawing/2014/main" id="{EE89A7DC-75F0-42BA-A438-B8A86BEA539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70704" y="3921419"/>
                            <a:ext cx="177800" cy="3032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" name="Object 7">
                <a:extLst>
                  <a:ext uri="{FF2B5EF4-FFF2-40B4-BE49-F238E27FC236}">
                    <a16:creationId xmlns:a16="http://schemas.microsoft.com/office/drawing/2014/main" id="{A8282D68-54C8-4762-AB7D-DC74BDE2282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77129" y="4938774"/>
              <a:ext cx="228600" cy="3778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26" name="Equation" r:id="rId19" imgW="114120" imgH="190440" progId="Equation.DSMT4">
                      <p:embed/>
                    </p:oleObj>
                  </mc:Choice>
                  <mc:Fallback>
                    <p:oleObj name="Equation" r:id="rId19" imgW="114120" imgH="190440" progId="Equation.DSMT4">
                      <p:embed/>
                      <p:pic>
                        <p:nvPicPr>
                          <p:cNvPr id="42" name="Object 7">
                            <a:extLst>
                              <a:ext uri="{FF2B5EF4-FFF2-40B4-BE49-F238E27FC236}">
                                <a16:creationId xmlns:a16="http://schemas.microsoft.com/office/drawing/2014/main" id="{A8282D68-54C8-4762-AB7D-DC74BDE2282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77129" y="4938774"/>
                            <a:ext cx="228600" cy="3778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Object 7">
                <a:extLst>
                  <a:ext uri="{FF2B5EF4-FFF2-40B4-BE49-F238E27FC236}">
                    <a16:creationId xmlns:a16="http://schemas.microsoft.com/office/drawing/2014/main" id="{D1BC39E3-69D4-406A-AC50-22CEB464263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93048" y="4954256"/>
              <a:ext cx="254000" cy="3286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27" name="Equation" r:id="rId21" imgW="126720" imgH="164880" progId="Equation.DSMT4">
                      <p:embed/>
                    </p:oleObj>
                  </mc:Choice>
                  <mc:Fallback>
                    <p:oleObj name="Equation" r:id="rId21" imgW="126720" imgH="164880" progId="Equation.DSMT4">
                      <p:embed/>
                      <p:pic>
                        <p:nvPicPr>
                          <p:cNvPr id="43" name="Object 7">
                            <a:extLst>
                              <a:ext uri="{FF2B5EF4-FFF2-40B4-BE49-F238E27FC236}">
                                <a16:creationId xmlns:a16="http://schemas.microsoft.com/office/drawing/2014/main" id="{D1BC39E3-69D4-406A-AC50-22CEB464263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93048" y="4954256"/>
                            <a:ext cx="254000" cy="3286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弧形 43">
                <a:extLst>
                  <a:ext uri="{FF2B5EF4-FFF2-40B4-BE49-F238E27FC236}">
                    <a16:creationId xmlns:a16="http://schemas.microsoft.com/office/drawing/2014/main" id="{91874467-5493-48A3-BDA0-1BF5D01A2285}"/>
                  </a:ext>
                </a:extLst>
              </p:cNvPr>
              <p:cNvSpPr/>
              <p:nvPr/>
            </p:nvSpPr>
            <p:spPr>
              <a:xfrm>
                <a:off x="1088325" y="4140257"/>
                <a:ext cx="1251957" cy="1302565"/>
              </a:xfrm>
              <a:prstGeom prst="arc">
                <a:avLst>
                  <a:gd name="adj1" fmla="val 16200000"/>
                  <a:gd name="adj2" fmla="val 800036"/>
                </a:avLst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弧形 44">
                <a:extLst>
                  <a:ext uri="{FF2B5EF4-FFF2-40B4-BE49-F238E27FC236}">
                    <a16:creationId xmlns:a16="http://schemas.microsoft.com/office/drawing/2014/main" id="{2E414AA4-6613-418B-B714-5A723BB4A12E}"/>
                  </a:ext>
                </a:extLst>
              </p:cNvPr>
              <p:cNvSpPr/>
              <p:nvPr/>
            </p:nvSpPr>
            <p:spPr>
              <a:xfrm rot="15188105">
                <a:off x="974265" y="4114618"/>
                <a:ext cx="1251957" cy="1302565"/>
              </a:xfrm>
              <a:prstGeom prst="arc">
                <a:avLst>
                  <a:gd name="adj1" fmla="val 16200000"/>
                  <a:gd name="adj2" fmla="val 936386"/>
                </a:avLst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6" name="Text Box 5">
            <a:extLst>
              <a:ext uri="{FF2B5EF4-FFF2-40B4-BE49-F238E27FC236}">
                <a16:creationId xmlns:a16="http://schemas.microsoft.com/office/drawing/2014/main" id="{03316224-5390-4C9F-9C5C-85FA7F255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6001" y="4039762"/>
            <a:ext cx="41344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说明：</a:t>
            </a:r>
            <a:r>
              <a:rPr lang="zh-CN" altLang="en-US" sz="2800" dirty="0">
                <a:ea typeface="等线" panose="02010600030101010101" pitchFamily="2" charset="-122"/>
                <a:cs typeface="楷体_GB2312"/>
              </a:rPr>
              <a:t>交换两个指标变号</a:t>
            </a:r>
          </a:p>
        </p:txBody>
      </p:sp>
      <p:graphicFrame>
        <p:nvGraphicFramePr>
          <p:cNvPr id="47" name="Object 23">
            <a:extLst>
              <a:ext uri="{FF2B5EF4-FFF2-40B4-BE49-F238E27FC236}">
                <a16:creationId xmlns:a16="http://schemas.microsoft.com/office/drawing/2014/main" id="{75105E18-A57B-478F-A737-647B0746AF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4053" y="5925639"/>
          <a:ext cx="1041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8" name="Equation" r:id="rId23" imgW="520560" imgH="164880" progId="Equation.DSMT4">
                  <p:embed/>
                </p:oleObj>
              </mc:Choice>
              <mc:Fallback>
                <p:oleObj name="Equation" r:id="rId23" imgW="520560" imgH="164880" progId="Equation.DSMT4">
                  <p:embed/>
                  <p:pic>
                    <p:nvPicPr>
                      <p:cNvPr id="47" name="Object 23">
                        <a:extLst>
                          <a:ext uri="{FF2B5EF4-FFF2-40B4-BE49-F238E27FC236}">
                            <a16:creationId xmlns:a16="http://schemas.microsoft.com/office/drawing/2014/main" id="{75105E18-A57B-478F-A737-647B0746AF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053" y="5925639"/>
                        <a:ext cx="1041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3">
            <a:extLst>
              <a:ext uri="{FF2B5EF4-FFF2-40B4-BE49-F238E27FC236}">
                <a16:creationId xmlns:a16="http://schemas.microsoft.com/office/drawing/2014/main" id="{CB6FE058-7B11-42EB-A6AB-4126F38D89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7688" y="5859463"/>
          <a:ext cx="7061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9" name="Equation" r:id="rId25" imgW="3530520" imgH="266400" progId="Equation.DSMT4">
                  <p:embed/>
                </p:oleObj>
              </mc:Choice>
              <mc:Fallback>
                <p:oleObj name="Equation" r:id="rId25" imgW="3530520" imgH="266400" progId="Equation.DSMT4">
                  <p:embed/>
                  <p:pic>
                    <p:nvPicPr>
                      <p:cNvPr id="30" name="Object 23">
                        <a:extLst>
                          <a:ext uri="{FF2B5EF4-FFF2-40B4-BE49-F238E27FC236}">
                            <a16:creationId xmlns:a16="http://schemas.microsoft.com/office/drawing/2014/main" id="{CB6FE058-7B11-42EB-A6AB-4126F38D89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688" y="5859463"/>
                        <a:ext cx="7061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: 圆角 1">
            <a:extLst>
              <a:ext uri="{FF2B5EF4-FFF2-40B4-BE49-F238E27FC236}">
                <a16:creationId xmlns:a16="http://schemas.microsoft.com/office/drawing/2014/main" id="{1BD36E03-E65D-4D05-A944-3931938CF278}"/>
              </a:ext>
            </a:extLst>
          </p:cNvPr>
          <p:cNvSpPr/>
          <p:nvPr/>
        </p:nvSpPr>
        <p:spPr>
          <a:xfrm>
            <a:off x="6587231" y="5247975"/>
            <a:ext cx="763480" cy="533400"/>
          </a:xfrm>
          <a:prstGeom prst="roundRect">
            <a:avLst/>
          </a:prstGeom>
          <a:noFill/>
          <a:ln w="25400">
            <a:solidFill>
              <a:srgbClr val="DD2B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87E76BF-26E3-4179-9231-8C17FA9822B1}"/>
              </a:ext>
            </a:extLst>
          </p:cNvPr>
          <p:cNvSpPr/>
          <p:nvPr/>
        </p:nvSpPr>
        <p:spPr>
          <a:xfrm>
            <a:off x="7811778" y="5852467"/>
            <a:ext cx="1080277" cy="533400"/>
          </a:xfrm>
          <a:prstGeom prst="roundRect">
            <a:avLst/>
          </a:prstGeom>
          <a:noFill/>
          <a:ln w="25400">
            <a:solidFill>
              <a:srgbClr val="DD2B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Box 6">
            <a:extLst>
              <a:ext uri="{FF2B5EF4-FFF2-40B4-BE49-F238E27FC236}">
                <a16:creationId xmlns:a16="http://schemas.microsoft.com/office/drawing/2014/main" id="{94E77EE0-B88A-4E22-BE6F-BD74530F3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9097" y="5231724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分量形式</a:t>
            </a:r>
          </a:p>
        </p:txBody>
      </p:sp>
    </p:spTree>
    <p:extLst>
      <p:ext uri="{BB962C8B-B14F-4D97-AF65-F5344CB8AC3E}">
        <p14:creationId xmlns:p14="http://schemas.microsoft.com/office/powerpoint/2010/main" val="340067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2" grpId="0" animBg="1"/>
      <p:bldP spid="32" grpId="0" animBg="1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3">
            <a:extLst>
              <a:ext uri="{FF2B5EF4-FFF2-40B4-BE49-F238E27FC236}">
                <a16:creationId xmlns:a16="http://schemas.microsoft.com/office/drawing/2014/main" id="{19B68B77-24CD-4939-A9B2-9E33D749E1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1851" y="1321835"/>
          <a:ext cx="2717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Equation" r:id="rId3" imgW="1358640" imgH="266400" progId="Equation.DSMT4">
                  <p:embed/>
                </p:oleObj>
              </mc:Choice>
              <mc:Fallback>
                <p:oleObj name="Equation" r:id="rId3" imgW="1358640" imgH="266400" progId="Equation.DSMT4">
                  <p:embed/>
                  <p:pic>
                    <p:nvPicPr>
                      <p:cNvPr id="5" name="Object 23">
                        <a:extLst>
                          <a:ext uri="{FF2B5EF4-FFF2-40B4-BE49-F238E27FC236}">
                            <a16:creationId xmlns:a16="http://schemas.microsoft.com/office/drawing/2014/main" id="{19B68B77-24CD-4939-A9B2-9E33D749E1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1851" y="1321835"/>
                        <a:ext cx="2717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3">
            <a:extLst>
              <a:ext uri="{FF2B5EF4-FFF2-40B4-BE49-F238E27FC236}">
                <a16:creationId xmlns:a16="http://schemas.microsoft.com/office/drawing/2014/main" id="{A3ED9271-3CCB-4C91-9997-53826BC29A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5838" y="2908300"/>
          <a:ext cx="139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Equation" r:id="rId5" imgW="698400" imgH="203040" progId="Equation.DSMT4">
                  <p:embed/>
                </p:oleObj>
              </mc:Choice>
              <mc:Fallback>
                <p:oleObj name="Equation" r:id="rId5" imgW="698400" imgH="203040" progId="Equation.DSMT4">
                  <p:embed/>
                  <p:pic>
                    <p:nvPicPr>
                      <p:cNvPr id="6" name="Object 23">
                        <a:extLst>
                          <a:ext uri="{FF2B5EF4-FFF2-40B4-BE49-F238E27FC236}">
                            <a16:creationId xmlns:a16="http://schemas.microsoft.com/office/drawing/2014/main" id="{A3ED9271-3CCB-4C91-9997-53826BC29A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8" y="2908300"/>
                        <a:ext cx="1397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3">
            <a:extLst>
              <a:ext uri="{FF2B5EF4-FFF2-40B4-BE49-F238E27FC236}">
                <a16:creationId xmlns:a16="http://schemas.microsoft.com/office/drawing/2014/main" id="{16960C51-E9B6-4C89-AC0B-13152B488D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3188" y="2843213"/>
          <a:ext cx="5156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2" name="Equation" r:id="rId7" imgW="2577960" imgH="266400" progId="Equation.DSMT4">
                  <p:embed/>
                </p:oleObj>
              </mc:Choice>
              <mc:Fallback>
                <p:oleObj name="Equation" r:id="rId7" imgW="2577960" imgH="266400" progId="Equation.DSMT4">
                  <p:embed/>
                  <p:pic>
                    <p:nvPicPr>
                      <p:cNvPr id="8" name="Object 23">
                        <a:extLst>
                          <a:ext uri="{FF2B5EF4-FFF2-40B4-BE49-F238E27FC236}">
                            <a16:creationId xmlns:a16="http://schemas.microsoft.com/office/drawing/2014/main" id="{16960C51-E9B6-4C89-AC0B-13152B488D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2843213"/>
                        <a:ext cx="5156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3">
            <a:extLst>
              <a:ext uri="{FF2B5EF4-FFF2-40B4-BE49-F238E27FC236}">
                <a16:creationId xmlns:a16="http://schemas.microsoft.com/office/drawing/2014/main" id="{CAA4C329-D2DB-48DF-9650-7B33792235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7901" y="3645261"/>
          <a:ext cx="2743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3" name="Equation" r:id="rId9" imgW="1371600" imgH="266400" progId="Equation.DSMT4">
                  <p:embed/>
                </p:oleObj>
              </mc:Choice>
              <mc:Fallback>
                <p:oleObj name="Equation" r:id="rId9" imgW="1371600" imgH="266400" progId="Equation.DSMT4">
                  <p:embed/>
                  <p:pic>
                    <p:nvPicPr>
                      <p:cNvPr id="9" name="Object 23">
                        <a:extLst>
                          <a:ext uri="{FF2B5EF4-FFF2-40B4-BE49-F238E27FC236}">
                            <a16:creationId xmlns:a16="http://schemas.microsoft.com/office/drawing/2014/main" id="{CAA4C329-D2DB-48DF-9650-7B33792235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7901" y="3645261"/>
                        <a:ext cx="2743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3">
            <a:extLst>
              <a:ext uri="{FF2B5EF4-FFF2-40B4-BE49-F238E27FC236}">
                <a16:creationId xmlns:a16="http://schemas.microsoft.com/office/drawing/2014/main" id="{81808E6C-F81F-4C14-9DC0-3B9B2CCCA8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8699" y="4399897"/>
          <a:ext cx="5105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4" name="Equation" r:id="rId11" imgW="2552400" imgH="266400" progId="Equation.DSMT4">
                  <p:embed/>
                </p:oleObj>
              </mc:Choice>
              <mc:Fallback>
                <p:oleObj name="Equation" r:id="rId11" imgW="2552400" imgH="266400" progId="Equation.DSMT4">
                  <p:embed/>
                  <p:pic>
                    <p:nvPicPr>
                      <p:cNvPr id="11" name="Object 23">
                        <a:extLst>
                          <a:ext uri="{FF2B5EF4-FFF2-40B4-BE49-F238E27FC236}">
                            <a16:creationId xmlns:a16="http://schemas.microsoft.com/office/drawing/2014/main" id="{81808E6C-F81F-4C14-9DC0-3B9B2CCCA8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699" y="4399897"/>
                        <a:ext cx="5105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3">
            <a:extLst>
              <a:ext uri="{FF2B5EF4-FFF2-40B4-BE49-F238E27FC236}">
                <a16:creationId xmlns:a16="http://schemas.microsoft.com/office/drawing/2014/main" id="{55498DB9-DA43-4079-93D3-5A46CC009F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3025" y="5194300"/>
          <a:ext cx="2133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5" name="Equation" r:id="rId13" imgW="1066680" imgH="203040" progId="Equation.DSMT4">
                  <p:embed/>
                </p:oleObj>
              </mc:Choice>
              <mc:Fallback>
                <p:oleObj name="Equation" r:id="rId13" imgW="1066680" imgH="20304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55498DB9-DA43-4079-93D3-5A46CC009F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25" y="5194300"/>
                        <a:ext cx="2133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标题 1">
            <a:extLst>
              <a:ext uri="{FF2B5EF4-FFF2-40B4-BE49-F238E27FC236}">
                <a16:creationId xmlns:a16="http://schemas.microsoft.com/office/drawing/2014/main" id="{A0D574C3-83DA-4E58-B865-00B775FF80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22107" y="-8389"/>
            <a:ext cx="3131301" cy="1325563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等线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dirty="0">
                <a:ea typeface="等线" panose="02010600030101010101" pitchFamily="2" charset="-122"/>
              </a:rPr>
              <a:t>-</a:t>
            </a:r>
            <a:r>
              <a:rPr lang="zh-CN" altLang="en-US" dirty="0">
                <a:ea typeface="等线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zh-CN" altLang="en-US" dirty="0">
                <a:ea typeface="等线" panose="02010600030101010101" pitchFamily="2" charset="-122"/>
              </a:rPr>
              <a:t>关系式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374C1F36-9D32-4657-A8AB-72B1BE2CA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449" y="2147347"/>
            <a:ext cx="12618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ea typeface="等线" panose="02010600030101010101" pitchFamily="2" charset="-122"/>
                <a:cs typeface="楷体_GB2312"/>
              </a:rPr>
              <a:t>证明：</a:t>
            </a:r>
          </a:p>
        </p:txBody>
      </p:sp>
      <p:graphicFrame>
        <p:nvGraphicFramePr>
          <p:cNvPr id="14" name="Object 23">
            <a:extLst>
              <a:ext uri="{FF2B5EF4-FFF2-40B4-BE49-F238E27FC236}">
                <a16:creationId xmlns:a16="http://schemas.microsoft.com/office/drawing/2014/main" id="{55A3CFAA-1554-4C46-B78C-9E54ECF8DD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9201" y="2207736"/>
          <a:ext cx="132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6" name="Equation" r:id="rId15" imgW="660240" imgH="203040" progId="Equation.DSMT4">
                  <p:embed/>
                </p:oleObj>
              </mc:Choice>
              <mc:Fallback>
                <p:oleObj name="Equation" r:id="rId15" imgW="660240" imgH="203040" progId="Equation.DSMT4">
                  <p:embed/>
                  <p:pic>
                    <p:nvPicPr>
                      <p:cNvPr id="14" name="Object 23">
                        <a:extLst>
                          <a:ext uri="{FF2B5EF4-FFF2-40B4-BE49-F238E27FC236}">
                            <a16:creationId xmlns:a16="http://schemas.microsoft.com/office/drawing/2014/main" id="{55A3CFAA-1554-4C46-B78C-9E54ECF8DD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9201" y="2207736"/>
                        <a:ext cx="1320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3">
            <a:extLst>
              <a:ext uri="{FF2B5EF4-FFF2-40B4-BE49-F238E27FC236}">
                <a16:creationId xmlns:a16="http://schemas.microsoft.com/office/drawing/2014/main" id="{53FD5DB2-EA93-4464-997E-6EC39A58FC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4788" y="2208213"/>
          <a:ext cx="2413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7" name="Equation" r:id="rId17" imgW="1206360" imgH="203040" progId="Equation.DSMT4">
                  <p:embed/>
                </p:oleObj>
              </mc:Choice>
              <mc:Fallback>
                <p:oleObj name="Equation" r:id="rId17" imgW="1206360" imgH="203040" progId="Equation.DSMT4">
                  <p:embed/>
                  <p:pic>
                    <p:nvPicPr>
                      <p:cNvPr id="15" name="Object 23">
                        <a:extLst>
                          <a:ext uri="{FF2B5EF4-FFF2-40B4-BE49-F238E27FC236}">
                            <a16:creationId xmlns:a16="http://schemas.microsoft.com/office/drawing/2014/main" id="{53FD5DB2-EA93-4464-997E-6EC39A58FC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4788" y="2208213"/>
                        <a:ext cx="2413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8">
            <a:extLst>
              <a:ext uri="{FF2B5EF4-FFF2-40B4-BE49-F238E27FC236}">
                <a16:creationId xmlns:a16="http://schemas.microsoft.com/office/drawing/2014/main" id="{019D58E9-3FBD-4C02-932F-0604B4F76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341" y="5957082"/>
            <a:ext cx="629502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dirty="0"/>
              <a:t>公式右边为“</a:t>
            </a:r>
            <a:r>
              <a:rPr lang="en-US" altLang="zh-CN" sz="2400" dirty="0"/>
              <a:t>BAC-CAB”, </a:t>
            </a:r>
            <a:r>
              <a:rPr lang="zh-CN" altLang="en-US" sz="2400" dirty="0"/>
              <a:t>故称为“</a:t>
            </a:r>
            <a:r>
              <a:rPr lang="en-US" altLang="zh-CN" sz="2400" dirty="0"/>
              <a:t>Back -Cab”</a:t>
            </a:r>
            <a:r>
              <a:rPr lang="zh-CN" altLang="en-US" sz="2400" dirty="0"/>
              <a:t>法则。 </a:t>
            </a:r>
          </a:p>
        </p:txBody>
      </p:sp>
      <p:graphicFrame>
        <p:nvGraphicFramePr>
          <p:cNvPr id="17" name="Object 23">
            <a:extLst>
              <a:ext uri="{FF2B5EF4-FFF2-40B4-BE49-F238E27FC236}">
                <a16:creationId xmlns:a16="http://schemas.microsoft.com/office/drawing/2014/main" id="{A926D007-C982-4E54-9A20-926B74D157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2513" y="5194300"/>
          <a:ext cx="2413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8" name="Equation" r:id="rId19" imgW="1206360" imgH="203040" progId="Equation.DSMT4">
                  <p:embed/>
                </p:oleObj>
              </mc:Choice>
              <mc:Fallback>
                <p:oleObj name="Equation" r:id="rId19" imgW="1206360" imgH="203040" progId="Equation.DSMT4">
                  <p:embed/>
                  <p:pic>
                    <p:nvPicPr>
                      <p:cNvPr id="17" name="Object 23">
                        <a:extLst>
                          <a:ext uri="{FF2B5EF4-FFF2-40B4-BE49-F238E27FC236}">
                            <a16:creationId xmlns:a16="http://schemas.microsoft.com/office/drawing/2014/main" id="{A926D007-C982-4E54-9A20-926B74D157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513" y="5194300"/>
                        <a:ext cx="2413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8">
            <a:extLst>
              <a:ext uri="{FF2B5EF4-FFF2-40B4-BE49-F238E27FC236}">
                <a16:creationId xmlns:a16="http://schemas.microsoft.com/office/drawing/2014/main" id="{D72A63EE-CDB1-4B06-A17F-D61CAEAB3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538" y="5157165"/>
            <a:ext cx="14917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dirty="0"/>
              <a:t>实体形式 </a:t>
            </a:r>
          </a:p>
        </p:txBody>
      </p:sp>
    </p:spTree>
    <p:extLst>
      <p:ext uri="{BB962C8B-B14F-4D97-AF65-F5344CB8AC3E}">
        <p14:creationId xmlns:p14="http://schemas.microsoft.com/office/powerpoint/2010/main" val="219540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1706D181-D322-4A7F-B258-88E31CF39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8323" y="2"/>
            <a:ext cx="2029908" cy="1325563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楷体_GB2312"/>
              </a:rPr>
              <a:t>练习一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2490110-7639-4202-A488-F3A193E428DC}"/>
              </a:ext>
            </a:extLst>
          </p:cNvPr>
          <p:cNvSpPr txBox="1">
            <a:spLocks noChangeArrowheads="1"/>
          </p:cNvSpPr>
          <p:nvPr/>
        </p:nvSpPr>
        <p:spPr>
          <a:xfrm>
            <a:off x="1159778" y="1622207"/>
            <a:ext cx="6824444" cy="2449236"/>
          </a:xfrm>
          <a:prstGeom prst="rect">
            <a:avLst/>
          </a:prstGeom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用指标表示证明</a:t>
            </a:r>
            <a:endParaRPr lang="en-US" altLang="zh-CN" sz="2800" kern="0" dirty="0">
              <a:solidFill>
                <a:srgbClr val="000000"/>
              </a:solidFill>
              <a:latin typeface="Times New Roman" pitchFamily="18" charset="0"/>
              <a:ea typeface="等线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6" name="Object 23">
            <a:extLst>
              <a:ext uri="{FF2B5EF4-FFF2-40B4-BE49-F238E27FC236}">
                <a16:creationId xmlns:a16="http://schemas.microsoft.com/office/drawing/2014/main" id="{B2899120-C466-4559-8EFF-ABE4B22766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48025" y="2516188"/>
          <a:ext cx="2362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3" imgW="1180800" imgH="164880" progId="Equation.DSMT4">
                  <p:embed/>
                </p:oleObj>
              </mc:Choice>
              <mc:Fallback>
                <p:oleObj name="Equation" r:id="rId3" imgW="1180800" imgH="164880" progId="Equation.DSMT4">
                  <p:embed/>
                  <p:pic>
                    <p:nvPicPr>
                      <p:cNvPr id="6" name="Object 23">
                        <a:extLst>
                          <a:ext uri="{FF2B5EF4-FFF2-40B4-BE49-F238E27FC236}">
                            <a16:creationId xmlns:a16="http://schemas.microsoft.com/office/drawing/2014/main" id="{B2899120-C466-4559-8EFF-ABE4B22766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8025" y="2516188"/>
                        <a:ext cx="2362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3">
            <a:extLst>
              <a:ext uri="{FF2B5EF4-FFF2-40B4-BE49-F238E27FC236}">
                <a16:creationId xmlns:a16="http://schemas.microsoft.com/office/drawing/2014/main" id="{A89B6E1C-24DB-40F9-ABCE-E4524A92A2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6363" y="3225800"/>
          <a:ext cx="3733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5" imgW="1866600" imgH="203040" progId="Equation.DSMT4">
                  <p:embed/>
                </p:oleObj>
              </mc:Choice>
              <mc:Fallback>
                <p:oleObj name="Equation" r:id="rId5" imgW="1866600" imgH="203040" progId="Equation.DSMT4">
                  <p:embed/>
                  <p:pic>
                    <p:nvPicPr>
                      <p:cNvPr id="9" name="Object 23">
                        <a:extLst>
                          <a:ext uri="{FF2B5EF4-FFF2-40B4-BE49-F238E27FC236}">
                            <a16:creationId xmlns:a16="http://schemas.microsoft.com/office/drawing/2014/main" id="{A89B6E1C-24DB-40F9-ABCE-E4524A92A2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363" y="3225800"/>
                        <a:ext cx="3733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EADE49-E534-41EB-BB86-66D15177E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553" y="2513524"/>
            <a:ext cx="5248367" cy="1325563"/>
          </a:xfrm>
        </p:spPr>
        <p:txBody>
          <a:bodyPr/>
          <a:lstStyle/>
          <a:p>
            <a:r>
              <a:rPr lang="zh-CN" altLang="en-US" b="1" dirty="0"/>
              <a:t>张量的坐标不变性</a:t>
            </a:r>
          </a:p>
        </p:txBody>
      </p:sp>
    </p:spTree>
    <p:extLst>
      <p:ext uri="{BB962C8B-B14F-4D97-AF65-F5344CB8AC3E}">
        <p14:creationId xmlns:p14="http://schemas.microsoft.com/office/powerpoint/2010/main" val="2563330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548505D6-61B2-4B25-B728-91F85AEC9845}"/>
              </a:ext>
            </a:extLst>
          </p:cNvPr>
          <p:cNvSpPr/>
          <p:nvPr/>
        </p:nvSpPr>
        <p:spPr>
          <a:xfrm>
            <a:off x="4700458" y="3695678"/>
            <a:ext cx="2734322" cy="576601"/>
          </a:xfrm>
          <a:prstGeom prst="roundRect">
            <a:avLst/>
          </a:prstGeom>
          <a:noFill/>
          <a:ln w="19050">
            <a:solidFill>
              <a:srgbClr val="DD2B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62E4ED7F-2013-43C7-8D3C-3B53F8C79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30850" y="-31472"/>
            <a:ext cx="5457716" cy="1325563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楷体_GB2312"/>
              </a:rPr>
              <a:t>向量的坐标变换规则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graphicFrame>
        <p:nvGraphicFramePr>
          <p:cNvPr id="9" name="Object 23">
            <a:extLst>
              <a:ext uri="{FF2B5EF4-FFF2-40B4-BE49-F238E27FC236}">
                <a16:creationId xmlns:a16="http://schemas.microsoft.com/office/drawing/2014/main" id="{D2B05D1A-A61D-4D54-9DEB-73669972B0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9700" y="1374775"/>
          <a:ext cx="2794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0" name="Equation" r:id="rId3" imgW="139680" imgH="126720" progId="Equation.DSMT4">
                  <p:embed/>
                </p:oleObj>
              </mc:Choice>
              <mc:Fallback>
                <p:oleObj name="Equation" r:id="rId3" imgW="139680" imgH="126720" progId="Equation.DSMT4">
                  <p:embed/>
                  <p:pic>
                    <p:nvPicPr>
                      <p:cNvPr id="9" name="Object 23">
                        <a:extLst>
                          <a:ext uri="{FF2B5EF4-FFF2-40B4-BE49-F238E27FC236}">
                            <a16:creationId xmlns:a16="http://schemas.microsoft.com/office/drawing/2014/main" id="{D2B05D1A-A61D-4D54-9DEB-73669972B0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700" y="1374775"/>
                        <a:ext cx="2794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9">
            <a:extLst>
              <a:ext uri="{FF2B5EF4-FFF2-40B4-BE49-F238E27FC236}">
                <a16:creationId xmlns:a16="http://schemas.microsoft.com/office/drawing/2014/main" id="{B2186C51-C5F4-44B0-ACB1-57F02E913E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9588" y="1270000"/>
          <a:ext cx="2413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1" name="Equation" r:id="rId5" imgW="1206360" imgH="253800" progId="Equation.DSMT4">
                  <p:embed/>
                </p:oleObj>
              </mc:Choice>
              <mc:Fallback>
                <p:oleObj name="Equation" r:id="rId5" imgW="1206360" imgH="253800" progId="Equation.DSMT4">
                  <p:embed/>
                  <p:pic>
                    <p:nvPicPr>
                      <p:cNvPr id="10" name="Object 29">
                        <a:extLst>
                          <a:ext uri="{FF2B5EF4-FFF2-40B4-BE49-F238E27FC236}">
                            <a16:creationId xmlns:a16="http://schemas.microsoft.com/office/drawing/2014/main" id="{B2186C51-C5F4-44B0-ACB1-57F02E913E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88" y="1270000"/>
                        <a:ext cx="2413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0">
            <a:extLst>
              <a:ext uri="{FF2B5EF4-FFF2-40B4-BE49-F238E27FC236}">
                <a16:creationId xmlns:a16="http://schemas.microsoft.com/office/drawing/2014/main" id="{9B118520-08BB-4FE9-BD14-871609AD85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0688" y="1281113"/>
          <a:ext cx="787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" name="Equation" r:id="rId7" imgW="393480" imgH="253800" progId="Equation.DSMT4">
                  <p:embed/>
                </p:oleObj>
              </mc:Choice>
              <mc:Fallback>
                <p:oleObj name="Equation" r:id="rId7" imgW="393480" imgH="253800" progId="Equation.DSMT4">
                  <p:embed/>
                  <p:pic>
                    <p:nvPicPr>
                      <p:cNvPr id="11" name="Object 30">
                        <a:extLst>
                          <a:ext uri="{FF2B5EF4-FFF2-40B4-BE49-F238E27FC236}">
                            <a16:creationId xmlns:a16="http://schemas.microsoft.com/office/drawing/2014/main" id="{9B118520-08BB-4FE9-BD14-871609AD85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688" y="1281113"/>
                        <a:ext cx="787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C32CDC08-D21B-4484-BA0A-F52229AA4103}"/>
              </a:ext>
            </a:extLst>
          </p:cNvPr>
          <p:cNvGrpSpPr/>
          <p:nvPr/>
        </p:nvGrpSpPr>
        <p:grpSpPr>
          <a:xfrm>
            <a:off x="751996" y="1551166"/>
            <a:ext cx="2436427" cy="2390775"/>
            <a:chOff x="592190" y="1551164"/>
            <a:chExt cx="2436427" cy="2390775"/>
          </a:xfrm>
        </p:grpSpPr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1C21F7B7-28B6-461B-BB34-315020178213}"/>
                </a:ext>
              </a:extLst>
            </p:cNvPr>
            <p:cNvCxnSpPr/>
            <p:nvPr/>
          </p:nvCxnSpPr>
          <p:spPr>
            <a:xfrm flipV="1">
              <a:off x="1610794" y="2460742"/>
              <a:ext cx="548083" cy="589415"/>
            </a:xfrm>
            <a:prstGeom prst="straightConnector1">
              <a:avLst/>
            </a:prstGeom>
            <a:ln>
              <a:solidFill>
                <a:srgbClr val="DD2BC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9C9F80D8-1BD7-425E-AE26-0FBDC05A2D54}"/>
                </a:ext>
              </a:extLst>
            </p:cNvPr>
            <p:cNvGrpSpPr/>
            <p:nvPr/>
          </p:nvGrpSpPr>
          <p:grpSpPr>
            <a:xfrm>
              <a:off x="722779" y="1551164"/>
              <a:ext cx="2305838" cy="2285121"/>
              <a:chOff x="703095" y="1182688"/>
              <a:chExt cx="2305838" cy="2285121"/>
            </a:xfrm>
          </p:grpSpPr>
          <p:cxnSp>
            <p:nvCxnSpPr>
              <p:cNvPr id="5" name="直接箭头连接符 4">
                <a:extLst>
                  <a:ext uri="{FF2B5EF4-FFF2-40B4-BE49-F238E27FC236}">
                    <a16:creationId xmlns:a16="http://schemas.microsoft.com/office/drawing/2014/main" id="{5C48CA9B-ADEB-4960-BA8C-0E6E6CB8B741}"/>
                  </a:ext>
                </a:extLst>
              </p:cNvPr>
              <p:cNvCxnSpPr/>
              <p:nvPr/>
            </p:nvCxnSpPr>
            <p:spPr>
              <a:xfrm>
                <a:off x="1591111" y="2681681"/>
                <a:ext cx="1044000" cy="0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箭头连接符 5">
                <a:extLst>
                  <a:ext uri="{FF2B5EF4-FFF2-40B4-BE49-F238E27FC236}">
                    <a16:creationId xmlns:a16="http://schemas.microsoft.com/office/drawing/2014/main" id="{2A48B84D-890A-410C-B495-080331FB392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51112" y="2141681"/>
                <a:ext cx="1080000" cy="0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E16A1797-288D-4E71-8CF2-A238A65E0C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89899" y="2681681"/>
                <a:ext cx="601211" cy="436228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4" name="Object 30">
                <a:extLst>
                  <a:ext uri="{FF2B5EF4-FFF2-40B4-BE49-F238E27FC236}">
                    <a16:creationId xmlns:a16="http://schemas.microsoft.com/office/drawing/2014/main" id="{644EC157-EDFA-44C9-BCB2-5F34F1D6611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03095" y="2959809"/>
              <a:ext cx="304800" cy="508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13" name="Equation" r:id="rId9" imgW="152280" imgH="253800" progId="Equation.DSMT4">
                      <p:embed/>
                    </p:oleObj>
                  </mc:Choice>
                  <mc:Fallback>
                    <p:oleObj name="Equation" r:id="rId9" imgW="152280" imgH="253800" progId="Equation.DSMT4">
                      <p:embed/>
                      <p:pic>
                        <p:nvPicPr>
                          <p:cNvPr id="14" name="Object 30">
                            <a:extLst>
                              <a:ext uri="{FF2B5EF4-FFF2-40B4-BE49-F238E27FC236}">
                                <a16:creationId xmlns:a16="http://schemas.microsoft.com/office/drawing/2014/main" id="{644EC157-EDFA-44C9-BCB2-5F34F1D6611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3095" y="2959809"/>
                            <a:ext cx="304800" cy="508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Object 30">
                <a:extLst>
                  <a:ext uri="{FF2B5EF4-FFF2-40B4-BE49-F238E27FC236}">
                    <a16:creationId xmlns:a16="http://schemas.microsoft.com/office/drawing/2014/main" id="{68918D9F-2310-4359-8240-AE976CB39E2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78733" y="2427681"/>
              <a:ext cx="330200" cy="508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14" name="Equation" r:id="rId11" imgW="164880" imgH="253800" progId="Equation.DSMT4">
                      <p:embed/>
                    </p:oleObj>
                  </mc:Choice>
                  <mc:Fallback>
                    <p:oleObj name="Equation" r:id="rId11" imgW="164880" imgH="253800" progId="Equation.DSMT4">
                      <p:embed/>
                      <p:pic>
                        <p:nvPicPr>
                          <p:cNvPr id="15" name="Object 30">
                            <a:extLst>
                              <a:ext uri="{FF2B5EF4-FFF2-40B4-BE49-F238E27FC236}">
                                <a16:creationId xmlns:a16="http://schemas.microsoft.com/office/drawing/2014/main" id="{68918D9F-2310-4359-8240-AE976CB39E2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78733" y="2427681"/>
                            <a:ext cx="330200" cy="508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Object 30">
                <a:extLst>
                  <a:ext uri="{FF2B5EF4-FFF2-40B4-BE49-F238E27FC236}">
                    <a16:creationId xmlns:a16="http://schemas.microsoft.com/office/drawing/2014/main" id="{219E1273-B160-4D4D-B12D-898CB00B509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20825" y="1182688"/>
              <a:ext cx="330200" cy="508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15" name="Equation" r:id="rId13" imgW="164880" imgH="253800" progId="Equation.DSMT4">
                      <p:embed/>
                    </p:oleObj>
                  </mc:Choice>
                  <mc:Fallback>
                    <p:oleObj name="Equation" r:id="rId13" imgW="164880" imgH="253800" progId="Equation.DSMT4">
                      <p:embed/>
                      <p:pic>
                        <p:nvPicPr>
                          <p:cNvPr id="16" name="Object 30">
                            <a:extLst>
                              <a:ext uri="{FF2B5EF4-FFF2-40B4-BE49-F238E27FC236}">
                                <a16:creationId xmlns:a16="http://schemas.microsoft.com/office/drawing/2014/main" id="{219E1273-B160-4D4D-B12D-898CB00B509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20825" y="1182688"/>
                            <a:ext cx="330200" cy="508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7" name="Object 23">
              <a:extLst>
                <a:ext uri="{FF2B5EF4-FFF2-40B4-BE49-F238E27FC236}">
                  <a16:creationId xmlns:a16="http://schemas.microsoft.com/office/drawing/2014/main" id="{184A956E-B8B7-4870-B45F-9E814E8338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96046" y="2255838"/>
            <a:ext cx="2794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6" name="Equation" r:id="rId15" imgW="139680" imgH="126720" progId="Equation.DSMT4">
                    <p:embed/>
                  </p:oleObj>
                </mc:Choice>
                <mc:Fallback>
                  <p:oleObj name="Equation" r:id="rId15" imgW="139680" imgH="126720" progId="Equation.DSMT4">
                    <p:embed/>
                    <p:pic>
                      <p:nvPicPr>
                        <p:cNvPr id="17" name="Object 23">
                          <a:extLst>
                            <a:ext uri="{FF2B5EF4-FFF2-40B4-BE49-F238E27FC236}">
                              <a16:creationId xmlns:a16="http://schemas.microsoft.com/office/drawing/2014/main" id="{184A956E-B8B7-4870-B45F-9E814E8338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6046" y="2255838"/>
                          <a:ext cx="279400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8DCF02F8-9F06-4525-B0B3-047FAF5DA799}"/>
                </a:ext>
              </a:extLst>
            </p:cNvPr>
            <p:cNvGrpSpPr/>
            <p:nvPr/>
          </p:nvGrpSpPr>
          <p:grpSpPr>
            <a:xfrm rot="1721517">
              <a:off x="1138147" y="2127990"/>
              <a:ext cx="1645212" cy="1516228"/>
              <a:chOff x="989416" y="1601680"/>
              <a:chExt cx="1645212" cy="1516228"/>
            </a:xfrm>
          </p:grpSpPr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B7F6ACDA-9C08-4E9C-8CAD-6B68C82AE8C9}"/>
                  </a:ext>
                </a:extLst>
              </p:cNvPr>
              <p:cNvCxnSpPr/>
              <p:nvPr/>
            </p:nvCxnSpPr>
            <p:spPr>
              <a:xfrm>
                <a:off x="1590628" y="2681680"/>
                <a:ext cx="1044000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75D5CA3C-6992-47D9-9192-2546FB949ED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50629" y="2141680"/>
                <a:ext cx="1080000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819CB4B7-D94D-4258-BB19-F4B2AE6C829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89416" y="2681680"/>
                <a:ext cx="601211" cy="436228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22" name="Object 30">
              <a:extLst>
                <a:ext uri="{FF2B5EF4-FFF2-40B4-BE49-F238E27FC236}">
                  <a16:creationId xmlns:a16="http://schemas.microsoft.com/office/drawing/2014/main" id="{CF41F009-4718-4FCA-BC88-F44B39959D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2190" y="2859688"/>
            <a:ext cx="3048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7" name="Equation" r:id="rId17" imgW="152280" imgH="253800" progId="Equation.DSMT4">
                    <p:embed/>
                  </p:oleObj>
                </mc:Choice>
                <mc:Fallback>
                  <p:oleObj name="Equation" r:id="rId17" imgW="152280" imgH="253800" progId="Equation.DSMT4">
                    <p:embed/>
                    <p:pic>
                      <p:nvPicPr>
                        <p:cNvPr id="22" name="Object 30">
                          <a:extLst>
                            <a:ext uri="{FF2B5EF4-FFF2-40B4-BE49-F238E27FC236}">
                              <a16:creationId xmlns:a16="http://schemas.microsoft.com/office/drawing/2014/main" id="{CF41F009-4718-4FCA-BC88-F44B39959D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2190" y="2859688"/>
                          <a:ext cx="304800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30">
              <a:extLst>
                <a:ext uri="{FF2B5EF4-FFF2-40B4-BE49-F238E27FC236}">
                  <a16:creationId xmlns:a16="http://schemas.microsoft.com/office/drawing/2014/main" id="{B71EC2A5-E102-4F85-A115-6959268B60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51747" y="3433939"/>
            <a:ext cx="3302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8" name="Equation" r:id="rId19" imgW="164880" imgH="253800" progId="Equation.DSMT4">
                    <p:embed/>
                  </p:oleObj>
                </mc:Choice>
                <mc:Fallback>
                  <p:oleObj name="Equation" r:id="rId19" imgW="164880" imgH="253800" progId="Equation.DSMT4">
                    <p:embed/>
                    <p:pic>
                      <p:nvPicPr>
                        <p:cNvPr id="23" name="Object 30">
                          <a:extLst>
                            <a:ext uri="{FF2B5EF4-FFF2-40B4-BE49-F238E27FC236}">
                              <a16:creationId xmlns:a16="http://schemas.microsoft.com/office/drawing/2014/main" id="{B71EC2A5-E102-4F85-A115-6959268B60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1747" y="3433939"/>
                          <a:ext cx="330200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30">
              <a:extLst>
                <a:ext uri="{FF2B5EF4-FFF2-40B4-BE49-F238E27FC236}">
                  <a16:creationId xmlns:a16="http://schemas.microsoft.com/office/drawing/2014/main" id="{77FCC725-0513-4D09-B936-0257BC0604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94016" y="1706056"/>
            <a:ext cx="3302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9" name="Equation" r:id="rId21" imgW="164880" imgH="253800" progId="Equation.DSMT4">
                    <p:embed/>
                  </p:oleObj>
                </mc:Choice>
                <mc:Fallback>
                  <p:oleObj name="Equation" r:id="rId21" imgW="164880" imgH="253800" progId="Equation.DSMT4">
                    <p:embed/>
                    <p:pic>
                      <p:nvPicPr>
                        <p:cNvPr id="25" name="Object 30">
                          <a:extLst>
                            <a:ext uri="{FF2B5EF4-FFF2-40B4-BE49-F238E27FC236}">
                              <a16:creationId xmlns:a16="http://schemas.microsoft.com/office/drawing/2014/main" id="{77FCC725-0513-4D09-B936-0257BC0604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4016" y="1706056"/>
                          <a:ext cx="330200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Object 23">
            <a:extLst>
              <a:ext uri="{FF2B5EF4-FFF2-40B4-BE49-F238E27FC236}">
                <a16:creationId xmlns:a16="http://schemas.microsoft.com/office/drawing/2014/main" id="{F0589CB7-217D-4654-B42B-E1BA0CE432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9700" y="2112963"/>
          <a:ext cx="2794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0" name="Equation" r:id="rId23" imgW="139680" imgH="126720" progId="Equation.DSMT4">
                  <p:embed/>
                </p:oleObj>
              </mc:Choice>
              <mc:Fallback>
                <p:oleObj name="Equation" r:id="rId23" imgW="139680" imgH="126720" progId="Equation.DSMT4">
                  <p:embed/>
                  <p:pic>
                    <p:nvPicPr>
                      <p:cNvPr id="26" name="Object 23">
                        <a:extLst>
                          <a:ext uri="{FF2B5EF4-FFF2-40B4-BE49-F238E27FC236}">
                            <a16:creationId xmlns:a16="http://schemas.microsoft.com/office/drawing/2014/main" id="{F0589CB7-217D-4654-B42B-E1BA0CE432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700" y="2112963"/>
                        <a:ext cx="2794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9">
            <a:extLst>
              <a:ext uri="{FF2B5EF4-FFF2-40B4-BE49-F238E27FC236}">
                <a16:creationId xmlns:a16="http://schemas.microsoft.com/office/drawing/2014/main" id="{AF49C100-540E-4096-A103-504DA28A15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9588" y="1971675"/>
          <a:ext cx="2413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1" name="Equation" r:id="rId25" imgW="1206360" imgH="253800" progId="Equation.DSMT4">
                  <p:embed/>
                </p:oleObj>
              </mc:Choice>
              <mc:Fallback>
                <p:oleObj name="Equation" r:id="rId25" imgW="1206360" imgH="253800" progId="Equation.DSMT4">
                  <p:embed/>
                  <p:pic>
                    <p:nvPicPr>
                      <p:cNvPr id="27" name="Object 29">
                        <a:extLst>
                          <a:ext uri="{FF2B5EF4-FFF2-40B4-BE49-F238E27FC236}">
                            <a16:creationId xmlns:a16="http://schemas.microsoft.com/office/drawing/2014/main" id="{AF49C100-540E-4096-A103-504DA28A15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88" y="1971675"/>
                        <a:ext cx="2413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30">
            <a:extLst>
              <a:ext uri="{FF2B5EF4-FFF2-40B4-BE49-F238E27FC236}">
                <a16:creationId xmlns:a16="http://schemas.microsoft.com/office/drawing/2014/main" id="{7271B22B-1686-4580-AC17-BF7D4FDF19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0560" y="1992051"/>
          <a:ext cx="787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2" name="Equation" r:id="rId27" imgW="393480" imgH="253800" progId="Equation.DSMT4">
                  <p:embed/>
                </p:oleObj>
              </mc:Choice>
              <mc:Fallback>
                <p:oleObj name="Equation" r:id="rId27" imgW="393480" imgH="253800" progId="Equation.DSMT4">
                  <p:embed/>
                  <p:pic>
                    <p:nvPicPr>
                      <p:cNvPr id="28" name="Object 30">
                        <a:extLst>
                          <a:ext uri="{FF2B5EF4-FFF2-40B4-BE49-F238E27FC236}">
                            <a16:creationId xmlns:a16="http://schemas.microsoft.com/office/drawing/2014/main" id="{7271B22B-1686-4580-AC17-BF7D4FDF19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560" y="1992051"/>
                        <a:ext cx="787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0">
            <a:extLst>
              <a:ext uri="{FF2B5EF4-FFF2-40B4-BE49-F238E27FC236}">
                <a16:creationId xmlns:a16="http://schemas.microsoft.com/office/drawing/2014/main" id="{6EA36C32-137B-40AA-BCCF-8E8C16F00C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73966" y="3702697"/>
          <a:ext cx="2514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3" name="Equation" r:id="rId29" imgW="1257120" imgH="253800" progId="Equation.DSMT4">
                  <p:embed/>
                </p:oleObj>
              </mc:Choice>
              <mc:Fallback>
                <p:oleObj name="Equation" r:id="rId29" imgW="1257120" imgH="253800" progId="Equation.DSMT4">
                  <p:embed/>
                  <p:pic>
                    <p:nvPicPr>
                      <p:cNvPr id="32" name="Object 30">
                        <a:extLst>
                          <a:ext uri="{FF2B5EF4-FFF2-40B4-BE49-F238E27FC236}">
                            <a16:creationId xmlns:a16="http://schemas.microsoft.com/office/drawing/2014/main" id="{6EA36C32-137B-40AA-BCCF-8E8C16F00C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3966" y="3702697"/>
                        <a:ext cx="2514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0">
            <a:extLst>
              <a:ext uri="{FF2B5EF4-FFF2-40B4-BE49-F238E27FC236}">
                <a16:creationId xmlns:a16="http://schemas.microsoft.com/office/drawing/2014/main" id="{93394EE5-D5A9-49E3-A1CF-EA0D02B5A0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0941" y="3075635"/>
          <a:ext cx="1473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4" name="Equation" r:id="rId31" imgW="736560" imgH="253800" progId="Equation.DSMT4">
                  <p:embed/>
                </p:oleObj>
              </mc:Choice>
              <mc:Fallback>
                <p:oleObj name="Equation" r:id="rId31" imgW="736560" imgH="253800" progId="Equation.DSMT4">
                  <p:embed/>
                  <p:pic>
                    <p:nvPicPr>
                      <p:cNvPr id="35" name="Object 30">
                        <a:extLst>
                          <a:ext uri="{FF2B5EF4-FFF2-40B4-BE49-F238E27FC236}">
                            <a16:creationId xmlns:a16="http://schemas.microsoft.com/office/drawing/2014/main" id="{93394EE5-D5A9-49E3-A1CF-EA0D02B5A0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941" y="3075635"/>
                        <a:ext cx="1473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6">
            <a:extLst>
              <a:ext uri="{FF2B5EF4-FFF2-40B4-BE49-F238E27FC236}">
                <a16:creationId xmlns:a16="http://schemas.microsoft.com/office/drawing/2014/main" id="{B775424F-FED4-4C66-9FF4-CA16699CA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372" y="4499641"/>
            <a:ext cx="879681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向量分量坐标变换的规律反映了物理量不独立于坐标系的客观性</a:t>
            </a:r>
          </a:p>
        </p:txBody>
      </p:sp>
      <p:sp>
        <p:nvSpPr>
          <p:cNvPr id="33" name="Text Box 6">
            <a:extLst>
              <a:ext uri="{FF2B5EF4-FFF2-40B4-BE49-F238E27FC236}">
                <a16:creationId xmlns:a16="http://schemas.microsoft.com/office/drawing/2014/main" id="{D95DB84A-298C-4238-AEE5-CADF487DA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665" y="3005280"/>
            <a:ext cx="11243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ea typeface="等线" panose="02010600030101010101" pitchFamily="2" charset="-122"/>
                <a:cs typeface="楷体_GB2312"/>
              </a:rPr>
              <a:t>其中</a:t>
            </a:r>
          </a:p>
        </p:txBody>
      </p:sp>
      <p:sp>
        <p:nvSpPr>
          <p:cNvPr id="29" name="Text Box 6">
            <a:extLst>
              <a:ext uri="{FF2B5EF4-FFF2-40B4-BE49-F238E27FC236}">
                <a16:creationId xmlns:a16="http://schemas.microsoft.com/office/drawing/2014/main" id="{E2B33A51-813E-4C04-9650-6ABDC29D6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003" y="5505937"/>
            <a:ext cx="52490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向量的实体表示具有坐标无关性</a:t>
            </a:r>
          </a:p>
        </p:txBody>
      </p:sp>
      <p:graphicFrame>
        <p:nvGraphicFramePr>
          <p:cNvPr id="37" name="Object 30">
            <a:extLst>
              <a:ext uri="{FF2B5EF4-FFF2-40B4-BE49-F238E27FC236}">
                <a16:creationId xmlns:a16="http://schemas.microsoft.com/office/drawing/2014/main" id="{85329585-BE8E-4D0E-8DAB-D80B4677F4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4191" y="2523185"/>
          <a:ext cx="1270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5" name="Equation" r:id="rId33" imgW="634680" imgH="253800" progId="Equation.DSMT4">
                  <p:embed/>
                </p:oleObj>
              </mc:Choice>
              <mc:Fallback>
                <p:oleObj name="Equation" r:id="rId33" imgW="634680" imgH="253800" progId="Equation.DSMT4">
                  <p:embed/>
                  <p:pic>
                    <p:nvPicPr>
                      <p:cNvPr id="37" name="Object 30">
                        <a:extLst>
                          <a:ext uri="{FF2B5EF4-FFF2-40B4-BE49-F238E27FC236}">
                            <a16:creationId xmlns:a16="http://schemas.microsoft.com/office/drawing/2014/main" id="{85329585-BE8E-4D0E-8DAB-D80B4677F4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4191" y="2523185"/>
                        <a:ext cx="1270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25">
            <a:extLst>
              <a:ext uri="{FF2B5EF4-FFF2-40B4-BE49-F238E27FC236}">
                <a16:creationId xmlns:a16="http://schemas.microsoft.com/office/drawing/2014/main" id="{D504BE8F-CCD8-496D-8CAD-4534F3962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839" y="1484437"/>
            <a:ext cx="141577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爱因斯坦</a:t>
            </a:r>
            <a:endParaRPr lang="en-US" altLang="zh-CN" sz="2400" dirty="0">
              <a:solidFill>
                <a:srgbClr val="DD2BC8"/>
              </a:solidFill>
              <a:ea typeface="等线" panose="02010600030101010101" pitchFamily="2" charset="-122"/>
              <a:cs typeface="楷体_GB231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DD2BC8"/>
                </a:solidFill>
                <a:ea typeface="等线" panose="02010600030101010101" pitchFamily="2" charset="-122"/>
                <a:cs typeface="楷体_GB2312"/>
              </a:rPr>
              <a:t>求和约定</a:t>
            </a:r>
          </a:p>
        </p:txBody>
      </p:sp>
      <p:graphicFrame>
        <p:nvGraphicFramePr>
          <p:cNvPr id="44" name="Object 30">
            <a:extLst>
              <a:ext uri="{FF2B5EF4-FFF2-40B4-BE49-F238E27FC236}">
                <a16:creationId xmlns:a16="http://schemas.microsoft.com/office/drawing/2014/main" id="{D9AE18F1-48A3-4A8B-A121-A84103900A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419867"/>
              </p:ext>
            </p:extLst>
          </p:nvPr>
        </p:nvGraphicFramePr>
        <p:xfrm>
          <a:off x="6358134" y="3078157"/>
          <a:ext cx="2489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6" name="Equation" r:id="rId35" imgW="1244520" imgH="266400" progId="Equation.DSMT4">
                  <p:embed/>
                </p:oleObj>
              </mc:Choice>
              <mc:Fallback>
                <p:oleObj name="Equation" r:id="rId35" imgW="1244520" imgH="266400" progId="Equation.DSMT4">
                  <p:embed/>
                  <p:pic>
                    <p:nvPicPr>
                      <p:cNvPr id="44" name="Object 30">
                        <a:extLst>
                          <a:ext uri="{FF2B5EF4-FFF2-40B4-BE49-F238E27FC236}">
                            <a16:creationId xmlns:a16="http://schemas.microsoft.com/office/drawing/2014/main" id="{D9AE18F1-48A3-4A8B-A121-A84103900A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8134" y="3078157"/>
                        <a:ext cx="2489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AAC1FAF6-DA2F-4E5B-A23C-8E5E4B41D1DE}"/>
              </a:ext>
            </a:extLst>
          </p:cNvPr>
          <p:cNvSpPr/>
          <p:nvPr/>
        </p:nvSpPr>
        <p:spPr>
          <a:xfrm>
            <a:off x="5296620" y="2480116"/>
            <a:ext cx="1369827" cy="576601"/>
          </a:xfrm>
          <a:prstGeom prst="roundRect">
            <a:avLst/>
          </a:prstGeom>
          <a:noFill/>
          <a:ln w="19050">
            <a:solidFill>
              <a:srgbClr val="DD2B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Text Box 6">
            <a:extLst>
              <a:ext uri="{FF2B5EF4-FFF2-40B4-BE49-F238E27FC236}">
                <a16:creationId xmlns:a16="http://schemas.microsoft.com/office/drawing/2014/main" id="{01817C39-2E8C-4C69-B406-0696AB427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370" y="6154913"/>
            <a:ext cx="83272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向量在某一坐标系的分量可以通过点乘基函数获得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B78AC7-79C3-40F6-A8F8-3A6008229B66}"/>
              </a:ext>
            </a:extLst>
          </p:cNvPr>
          <p:cNvSpPr txBox="1"/>
          <p:nvPr/>
        </p:nvSpPr>
        <p:spPr>
          <a:xfrm>
            <a:off x="5905503" y="5342650"/>
            <a:ext cx="2941831" cy="461665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身高</a:t>
            </a:r>
            <a:r>
              <a:rPr lang="en-US" altLang="zh-CN" sz="2400" dirty="0">
                <a:solidFill>
                  <a:srgbClr val="0000FF"/>
                </a:solidFill>
              </a:rPr>
              <a:t>: 175 cm =1.75 m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92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6" grpId="0"/>
      <p:bldP spid="33" grpId="0"/>
      <p:bldP spid="29" grpId="0"/>
      <p:bldP spid="39" grpId="0"/>
      <p:bldP spid="45" grpId="0" animBg="1"/>
      <p:bldP spid="46" grpId="0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6A1105B6-FF7A-4844-AEED-DBFB009602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5936" y="2"/>
            <a:ext cx="5213091" cy="13255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楷体_GB2312"/>
              </a:rPr>
              <a:t>张量坐标变换规则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graphicFrame>
        <p:nvGraphicFramePr>
          <p:cNvPr id="5" name="Object 28">
            <a:extLst>
              <a:ext uri="{FF2B5EF4-FFF2-40B4-BE49-F238E27FC236}">
                <a16:creationId xmlns:a16="http://schemas.microsoft.com/office/drawing/2014/main" id="{1919220A-A797-4C1F-8905-0AE5EC6D48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9817" y="1319650"/>
          <a:ext cx="1168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6" name="Equation" r:id="rId3" imgW="583920" imgH="266400" progId="Equation.DSMT4">
                  <p:embed/>
                </p:oleObj>
              </mc:Choice>
              <mc:Fallback>
                <p:oleObj name="Equation" r:id="rId3" imgW="583920" imgH="266400" progId="Equation.DSMT4">
                  <p:embed/>
                  <p:pic>
                    <p:nvPicPr>
                      <p:cNvPr id="5" name="Object 28">
                        <a:extLst>
                          <a:ext uri="{FF2B5EF4-FFF2-40B4-BE49-F238E27FC236}">
                            <a16:creationId xmlns:a16="http://schemas.microsoft.com/office/drawing/2014/main" id="{1919220A-A797-4C1F-8905-0AE5EC6D48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9817" y="1319650"/>
                        <a:ext cx="1168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8">
            <a:extLst>
              <a:ext uri="{FF2B5EF4-FFF2-40B4-BE49-F238E27FC236}">
                <a16:creationId xmlns:a16="http://schemas.microsoft.com/office/drawing/2014/main" id="{54EC87B6-A622-4199-BF83-286219098D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2863" y="3073400"/>
          <a:ext cx="1168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7" name="Equation" r:id="rId5" imgW="583920" imgH="266400" progId="Equation.DSMT4">
                  <p:embed/>
                </p:oleObj>
              </mc:Choice>
              <mc:Fallback>
                <p:oleObj name="Equation" r:id="rId5" imgW="583920" imgH="266400" progId="Equation.DSMT4">
                  <p:embed/>
                  <p:pic>
                    <p:nvPicPr>
                      <p:cNvPr id="6" name="Object 28">
                        <a:extLst>
                          <a:ext uri="{FF2B5EF4-FFF2-40B4-BE49-F238E27FC236}">
                            <a16:creationId xmlns:a16="http://schemas.microsoft.com/office/drawing/2014/main" id="{54EC87B6-A622-4199-BF83-286219098D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2863" y="3073400"/>
                        <a:ext cx="1168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8">
            <a:extLst>
              <a:ext uri="{FF2B5EF4-FFF2-40B4-BE49-F238E27FC236}">
                <a16:creationId xmlns:a16="http://schemas.microsoft.com/office/drawing/2014/main" id="{ABFA6B2F-27FF-4B73-86B1-F313BE1FA3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8650" y="2160297"/>
          <a:ext cx="1193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8" name="Equation" r:id="rId7" imgW="596880" imgH="253800" progId="Equation.DSMT4">
                  <p:embed/>
                </p:oleObj>
              </mc:Choice>
              <mc:Fallback>
                <p:oleObj name="Equation" r:id="rId7" imgW="596880" imgH="253800" progId="Equation.DSMT4">
                  <p:embed/>
                  <p:pic>
                    <p:nvPicPr>
                      <p:cNvPr id="7" name="Object 28">
                        <a:extLst>
                          <a:ext uri="{FF2B5EF4-FFF2-40B4-BE49-F238E27FC236}">
                            <a16:creationId xmlns:a16="http://schemas.microsoft.com/office/drawing/2014/main" id="{ABFA6B2F-27FF-4B73-86B1-F313BE1FA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650" y="2160297"/>
                        <a:ext cx="1193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8">
            <a:extLst>
              <a:ext uri="{FF2B5EF4-FFF2-40B4-BE49-F238E27FC236}">
                <a16:creationId xmlns:a16="http://schemas.microsoft.com/office/drawing/2014/main" id="{AD8162FA-E26B-468B-ACBD-79F2E5F824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7497" y="2134897"/>
          <a:ext cx="1219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9" name="Equation" r:id="rId9" imgW="609480" imgH="266400" progId="Equation.DSMT4">
                  <p:embed/>
                </p:oleObj>
              </mc:Choice>
              <mc:Fallback>
                <p:oleObj name="Equation" r:id="rId9" imgW="609480" imgH="266400" progId="Equation.DSMT4">
                  <p:embed/>
                  <p:pic>
                    <p:nvPicPr>
                      <p:cNvPr id="11" name="Object 28">
                        <a:extLst>
                          <a:ext uri="{FF2B5EF4-FFF2-40B4-BE49-F238E27FC236}">
                            <a16:creationId xmlns:a16="http://schemas.microsoft.com/office/drawing/2014/main" id="{AD8162FA-E26B-468B-ACBD-79F2E5F824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7497" y="2134897"/>
                        <a:ext cx="1219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8">
            <a:extLst>
              <a:ext uri="{FF2B5EF4-FFF2-40B4-BE49-F238E27FC236}">
                <a16:creationId xmlns:a16="http://schemas.microsoft.com/office/drawing/2014/main" id="{ED660532-0237-49F2-BECA-376433217B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16800" y="2147597"/>
          <a:ext cx="1727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0" name="Equation" r:id="rId11" imgW="863280" imgH="266400" progId="Equation.DSMT4">
                  <p:embed/>
                </p:oleObj>
              </mc:Choice>
              <mc:Fallback>
                <p:oleObj name="Equation" r:id="rId11" imgW="863280" imgH="266400" progId="Equation.DSMT4">
                  <p:embed/>
                  <p:pic>
                    <p:nvPicPr>
                      <p:cNvPr id="20" name="Object 28">
                        <a:extLst>
                          <a:ext uri="{FF2B5EF4-FFF2-40B4-BE49-F238E27FC236}">
                            <a16:creationId xmlns:a16="http://schemas.microsoft.com/office/drawing/2014/main" id="{ED660532-0237-49F2-BECA-376433217B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800" y="2147597"/>
                        <a:ext cx="1727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05C187E-6D23-4210-9060-577B84B98C91}"/>
              </a:ext>
            </a:extLst>
          </p:cNvPr>
          <p:cNvCxnSpPr/>
          <p:nvPr/>
        </p:nvCxnSpPr>
        <p:spPr>
          <a:xfrm>
            <a:off x="4861204" y="1840350"/>
            <a:ext cx="0" cy="123751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4234507-4DFF-42E6-8E92-B8716A26533A}"/>
              </a:ext>
            </a:extLst>
          </p:cNvPr>
          <p:cNvCxnSpPr/>
          <p:nvPr/>
        </p:nvCxnSpPr>
        <p:spPr>
          <a:xfrm>
            <a:off x="4015218" y="1853050"/>
            <a:ext cx="0" cy="123751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2134537A-0AB1-4E09-9F8B-1F23D5D4545C}"/>
              </a:ext>
            </a:extLst>
          </p:cNvPr>
          <p:cNvGrpSpPr/>
          <p:nvPr/>
        </p:nvGrpSpPr>
        <p:grpSpPr>
          <a:xfrm>
            <a:off x="409339" y="4152052"/>
            <a:ext cx="7469686" cy="1622134"/>
            <a:chOff x="522970" y="3831404"/>
            <a:chExt cx="7469686" cy="1622134"/>
          </a:xfrm>
        </p:grpSpPr>
        <p:sp>
          <p:nvSpPr>
            <p:cNvPr id="26" name="Text Box 6">
              <a:extLst>
                <a:ext uri="{FF2B5EF4-FFF2-40B4-BE49-F238E27FC236}">
                  <a16:creationId xmlns:a16="http://schemas.microsoft.com/office/drawing/2014/main" id="{0ABDC8C0-6016-4CC0-A5C1-41AEB6EC99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970" y="3831404"/>
              <a:ext cx="7469686" cy="1599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A32F0"/>
                  </a:solidFill>
                  <a:ea typeface="等线" panose="02010600030101010101" pitchFamily="2" charset="-122"/>
                  <a:cs typeface="楷体_GB2312"/>
                </a:rPr>
                <a:t>张量的定义（分量定义）</a:t>
              </a:r>
              <a:r>
                <a:rPr lang="zh-CN" altLang="en-US" sz="2800" b="1" dirty="0">
                  <a:solidFill>
                    <a:schemeClr val="tx2"/>
                  </a:solidFill>
                  <a:ea typeface="等线" panose="02010600030101010101" pitchFamily="2" charset="-122"/>
                  <a:cs typeface="楷体_GB2312"/>
                </a:rPr>
                <a:t>：</a:t>
              </a:r>
              <a:endParaRPr lang="en-US" altLang="zh-CN" sz="28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endParaRP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ea typeface="等线" panose="02010600030101010101" pitchFamily="2" charset="-122"/>
                  <a:cs typeface="楷体_GB2312"/>
                </a:rPr>
                <a:t>     （</a:t>
              </a:r>
              <a:r>
                <a:rPr lang="en-US" altLang="zh-CN" sz="2800" dirty="0">
                  <a:ea typeface="等线" panose="02010600030101010101" pitchFamily="2" charset="-122"/>
                  <a:cs typeface="楷体_GB2312"/>
                </a:rPr>
                <a:t>1</a:t>
              </a:r>
              <a:r>
                <a:rPr lang="zh-CN" altLang="en-US" sz="2800" dirty="0">
                  <a:ea typeface="等线" panose="02010600030101010101" pitchFamily="2" charset="-122"/>
                  <a:cs typeface="楷体_GB2312"/>
                </a:rPr>
                <a:t>）分量包含两个自由指标</a:t>
              </a:r>
              <a:endParaRPr lang="en-US" altLang="zh-CN" sz="2800" dirty="0">
                <a:ea typeface="等线" panose="02010600030101010101" pitchFamily="2" charset="-122"/>
                <a:cs typeface="楷体_GB2312"/>
              </a:endParaRP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ea typeface="等线" panose="02010600030101010101" pitchFamily="2" charset="-122"/>
                  <a:cs typeface="楷体_GB2312"/>
                </a:rPr>
                <a:t>     （</a:t>
              </a:r>
              <a:r>
                <a:rPr lang="en-US" altLang="zh-CN" sz="2800" dirty="0">
                  <a:ea typeface="等线" panose="02010600030101010101" pitchFamily="2" charset="-122"/>
                  <a:cs typeface="楷体_GB2312"/>
                </a:rPr>
                <a:t>2</a:t>
              </a:r>
              <a:r>
                <a:rPr lang="zh-CN" altLang="en-US" sz="2800" dirty="0">
                  <a:ea typeface="等线" panose="02010600030101010101" pitchFamily="2" charset="-122"/>
                  <a:cs typeface="楷体_GB2312"/>
                </a:rPr>
                <a:t>）分量满足坐标变换条件</a:t>
              </a:r>
            </a:p>
          </p:txBody>
        </p:sp>
        <p:graphicFrame>
          <p:nvGraphicFramePr>
            <p:cNvPr id="24" name="Object 28">
              <a:extLst>
                <a:ext uri="{FF2B5EF4-FFF2-40B4-BE49-F238E27FC236}">
                  <a16:creationId xmlns:a16="http://schemas.microsoft.com/office/drawing/2014/main" id="{F5151E73-FF4D-47A2-9D0D-EBC373D99A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69010" y="4920138"/>
            <a:ext cx="17272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31" name="Equation" r:id="rId13" imgW="863280" imgH="266400" progId="Equation.DSMT4">
                    <p:embed/>
                  </p:oleObj>
                </mc:Choice>
                <mc:Fallback>
                  <p:oleObj name="Equation" r:id="rId13" imgW="863280" imgH="266400" progId="Equation.DSMT4">
                    <p:embed/>
                    <p:pic>
                      <p:nvPicPr>
                        <p:cNvPr id="24" name="Object 28">
                          <a:extLst>
                            <a:ext uri="{FF2B5EF4-FFF2-40B4-BE49-F238E27FC236}">
                              <a16:creationId xmlns:a16="http://schemas.microsoft.com/office/drawing/2014/main" id="{F5151E73-FF4D-47A2-9D0D-EBC373D99A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9010" y="4920138"/>
                          <a:ext cx="1727200" cy="533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28">
              <a:extLst>
                <a:ext uri="{FF2B5EF4-FFF2-40B4-BE49-F238E27FC236}">
                  <a16:creationId xmlns:a16="http://schemas.microsoft.com/office/drawing/2014/main" id="{D17546A9-8C83-411F-AEF5-BA13EC6BB9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60951" y="4421806"/>
            <a:ext cx="3810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32" name="Equation" r:id="rId14" imgW="190440" imgH="253800" progId="Equation.DSMT4">
                    <p:embed/>
                  </p:oleObj>
                </mc:Choice>
                <mc:Fallback>
                  <p:oleObj name="Equation" r:id="rId14" imgW="190440" imgH="253800" progId="Equation.DSMT4">
                    <p:embed/>
                    <p:pic>
                      <p:nvPicPr>
                        <p:cNvPr id="27" name="Object 28">
                          <a:extLst>
                            <a:ext uri="{FF2B5EF4-FFF2-40B4-BE49-F238E27FC236}">
                              <a16:creationId xmlns:a16="http://schemas.microsoft.com/office/drawing/2014/main" id="{D17546A9-8C83-411F-AEF5-BA13EC6BB9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0951" y="4421806"/>
                          <a:ext cx="381000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箭头: 右 1">
            <a:extLst>
              <a:ext uri="{FF2B5EF4-FFF2-40B4-BE49-F238E27FC236}">
                <a16:creationId xmlns:a16="http://schemas.microsoft.com/office/drawing/2014/main" id="{D60142AB-F6D6-4D63-91B0-AEF595004A5F}"/>
              </a:ext>
            </a:extLst>
          </p:cNvPr>
          <p:cNvSpPr/>
          <p:nvPr/>
        </p:nvSpPr>
        <p:spPr>
          <a:xfrm>
            <a:off x="6540413" y="2209035"/>
            <a:ext cx="780176" cy="3851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C87197-12A0-467D-8D8E-FF95C39D9222}"/>
              </a:ext>
            </a:extLst>
          </p:cNvPr>
          <p:cNvSpPr txBox="1"/>
          <p:nvPr/>
        </p:nvSpPr>
        <p:spPr>
          <a:xfrm>
            <a:off x="6669313" y="4709177"/>
            <a:ext cx="16568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A32F0"/>
                </a:solidFill>
                <a:ea typeface="等线" panose="02010600030101010101" pitchFamily="2" charset="-122"/>
                <a:cs typeface="楷体_GB2312"/>
              </a:rPr>
              <a:t>二阶张量</a:t>
            </a:r>
            <a:endParaRPr lang="zh-CN" altLang="en-US" sz="2800" dirty="0">
              <a:solidFill>
                <a:srgbClr val="FA32F0"/>
              </a:solidFill>
            </a:endParaRPr>
          </a:p>
        </p:txBody>
      </p:sp>
      <p:graphicFrame>
        <p:nvGraphicFramePr>
          <p:cNvPr id="23" name="Object 30">
            <a:extLst>
              <a:ext uri="{FF2B5EF4-FFF2-40B4-BE49-F238E27FC236}">
                <a16:creationId xmlns:a16="http://schemas.microsoft.com/office/drawing/2014/main" id="{7069ABE9-EE1C-41DD-B732-5E79BB33F1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3369" y="6021135"/>
          <a:ext cx="1270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3" name="Equation" r:id="rId16" imgW="634680" imgH="253800" progId="Equation.DSMT4">
                  <p:embed/>
                </p:oleObj>
              </mc:Choice>
              <mc:Fallback>
                <p:oleObj name="Equation" r:id="rId16" imgW="634680" imgH="253800" progId="Equation.DSMT4">
                  <p:embed/>
                  <p:pic>
                    <p:nvPicPr>
                      <p:cNvPr id="23" name="Object 30">
                        <a:extLst>
                          <a:ext uri="{FF2B5EF4-FFF2-40B4-BE49-F238E27FC236}">
                            <a16:creationId xmlns:a16="http://schemas.microsoft.com/office/drawing/2014/main" id="{7069ABE9-EE1C-41DD-B732-5E79BB33F1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3369" y="6021135"/>
                        <a:ext cx="1270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911E5328-44D1-4C40-9B93-5F43C0F1EE4A}"/>
              </a:ext>
            </a:extLst>
          </p:cNvPr>
          <p:cNvGrpSpPr/>
          <p:nvPr/>
        </p:nvGrpSpPr>
        <p:grpSpPr>
          <a:xfrm>
            <a:off x="126351" y="1038227"/>
            <a:ext cx="2436427" cy="2390775"/>
            <a:chOff x="592190" y="1551164"/>
            <a:chExt cx="2436427" cy="2390775"/>
          </a:xfrm>
        </p:grpSpPr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59B84157-09CF-402B-BAF7-CC96B81D3E64}"/>
                </a:ext>
              </a:extLst>
            </p:cNvPr>
            <p:cNvCxnSpPr/>
            <p:nvPr/>
          </p:nvCxnSpPr>
          <p:spPr>
            <a:xfrm flipV="1">
              <a:off x="1610794" y="2460742"/>
              <a:ext cx="548083" cy="589415"/>
            </a:xfrm>
            <a:prstGeom prst="straightConnector1">
              <a:avLst/>
            </a:prstGeom>
            <a:ln>
              <a:solidFill>
                <a:srgbClr val="DD2BC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08882E4E-B287-4F66-8E61-B40AB069B9B8}"/>
                </a:ext>
              </a:extLst>
            </p:cNvPr>
            <p:cNvGrpSpPr/>
            <p:nvPr/>
          </p:nvGrpSpPr>
          <p:grpSpPr>
            <a:xfrm>
              <a:off x="722779" y="1551164"/>
              <a:ext cx="2305838" cy="2285121"/>
              <a:chOff x="703095" y="1182688"/>
              <a:chExt cx="2305838" cy="2285121"/>
            </a:xfrm>
          </p:grpSpPr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3ECF214A-FFC5-4436-95AB-D48E394E7267}"/>
                  </a:ext>
                </a:extLst>
              </p:cNvPr>
              <p:cNvCxnSpPr/>
              <p:nvPr/>
            </p:nvCxnSpPr>
            <p:spPr>
              <a:xfrm>
                <a:off x="1591111" y="2681681"/>
                <a:ext cx="1044000" cy="0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1FDB3016-6A9B-40C8-BA85-8197917549A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51112" y="2141681"/>
                <a:ext cx="1080000" cy="0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3266300F-0FC1-444D-B4D2-8A3A0B08A6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89899" y="2681681"/>
                <a:ext cx="601211" cy="436228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47" name="Object 30">
                <a:extLst>
                  <a:ext uri="{FF2B5EF4-FFF2-40B4-BE49-F238E27FC236}">
                    <a16:creationId xmlns:a16="http://schemas.microsoft.com/office/drawing/2014/main" id="{1185B86E-C4B3-4A77-9991-C024C00554F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03095" y="2959809"/>
              <a:ext cx="304800" cy="508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34" name="Equation" r:id="rId18" imgW="152280" imgH="253800" progId="Equation.DSMT4">
                      <p:embed/>
                    </p:oleObj>
                  </mc:Choice>
                  <mc:Fallback>
                    <p:oleObj name="Equation" r:id="rId18" imgW="152280" imgH="253800" progId="Equation.DSMT4">
                      <p:embed/>
                      <p:pic>
                        <p:nvPicPr>
                          <p:cNvPr id="47" name="Object 30">
                            <a:extLst>
                              <a:ext uri="{FF2B5EF4-FFF2-40B4-BE49-F238E27FC236}">
                                <a16:creationId xmlns:a16="http://schemas.microsoft.com/office/drawing/2014/main" id="{1185B86E-C4B3-4A77-9991-C024C00554F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3095" y="2959809"/>
                            <a:ext cx="304800" cy="508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" name="Object 30">
                <a:extLst>
                  <a:ext uri="{FF2B5EF4-FFF2-40B4-BE49-F238E27FC236}">
                    <a16:creationId xmlns:a16="http://schemas.microsoft.com/office/drawing/2014/main" id="{1EBCE826-7092-4BB8-BF77-A514592EE65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78733" y="2427681"/>
              <a:ext cx="330200" cy="508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35" name="Equation" r:id="rId20" imgW="164880" imgH="253800" progId="Equation.DSMT4">
                      <p:embed/>
                    </p:oleObj>
                  </mc:Choice>
                  <mc:Fallback>
                    <p:oleObj name="Equation" r:id="rId20" imgW="164880" imgH="253800" progId="Equation.DSMT4">
                      <p:embed/>
                      <p:pic>
                        <p:nvPicPr>
                          <p:cNvPr id="48" name="Object 30">
                            <a:extLst>
                              <a:ext uri="{FF2B5EF4-FFF2-40B4-BE49-F238E27FC236}">
                                <a16:creationId xmlns:a16="http://schemas.microsoft.com/office/drawing/2014/main" id="{1EBCE826-7092-4BB8-BF77-A514592EE65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78733" y="2427681"/>
                            <a:ext cx="330200" cy="508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" name="Object 30">
                <a:extLst>
                  <a:ext uri="{FF2B5EF4-FFF2-40B4-BE49-F238E27FC236}">
                    <a16:creationId xmlns:a16="http://schemas.microsoft.com/office/drawing/2014/main" id="{CC98D1EA-B5C8-47EE-BBF3-7BF371703A5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20825" y="1182688"/>
              <a:ext cx="330200" cy="508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36" name="Equation" r:id="rId22" imgW="164880" imgH="253800" progId="Equation.DSMT4">
                      <p:embed/>
                    </p:oleObj>
                  </mc:Choice>
                  <mc:Fallback>
                    <p:oleObj name="Equation" r:id="rId22" imgW="164880" imgH="253800" progId="Equation.DSMT4">
                      <p:embed/>
                      <p:pic>
                        <p:nvPicPr>
                          <p:cNvPr id="49" name="Object 30">
                            <a:extLst>
                              <a:ext uri="{FF2B5EF4-FFF2-40B4-BE49-F238E27FC236}">
                                <a16:creationId xmlns:a16="http://schemas.microsoft.com/office/drawing/2014/main" id="{CC98D1EA-B5C8-47EE-BBF3-7BF371703A5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20825" y="1182688"/>
                            <a:ext cx="330200" cy="508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6" name="Object 23">
              <a:extLst>
                <a:ext uri="{FF2B5EF4-FFF2-40B4-BE49-F238E27FC236}">
                  <a16:creationId xmlns:a16="http://schemas.microsoft.com/office/drawing/2014/main" id="{84703DEC-3628-4FFE-86F3-871D1AACAD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96216" y="2256014"/>
            <a:ext cx="2794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37" name="Equation" r:id="rId24" imgW="139680" imgH="126720" progId="Equation.DSMT4">
                    <p:embed/>
                  </p:oleObj>
                </mc:Choice>
                <mc:Fallback>
                  <p:oleObj name="Equation" r:id="rId24" imgW="139680" imgH="126720" progId="Equation.DSMT4">
                    <p:embed/>
                    <p:pic>
                      <p:nvPicPr>
                        <p:cNvPr id="36" name="Object 23">
                          <a:extLst>
                            <a:ext uri="{FF2B5EF4-FFF2-40B4-BE49-F238E27FC236}">
                              <a16:creationId xmlns:a16="http://schemas.microsoft.com/office/drawing/2014/main" id="{84703DEC-3628-4FFE-86F3-871D1AACADA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6216" y="2256014"/>
                          <a:ext cx="279400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BECA2327-29D1-4D40-BAF5-EE799B60FC39}"/>
                </a:ext>
              </a:extLst>
            </p:cNvPr>
            <p:cNvGrpSpPr/>
            <p:nvPr/>
          </p:nvGrpSpPr>
          <p:grpSpPr>
            <a:xfrm rot="1721517">
              <a:off x="1138147" y="2127990"/>
              <a:ext cx="1645212" cy="1516228"/>
              <a:chOff x="989416" y="1601680"/>
              <a:chExt cx="1645212" cy="1516228"/>
            </a:xfrm>
          </p:grpSpPr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77108092-99F2-412B-A60A-4DB563FC8076}"/>
                  </a:ext>
                </a:extLst>
              </p:cNvPr>
              <p:cNvCxnSpPr/>
              <p:nvPr/>
            </p:nvCxnSpPr>
            <p:spPr>
              <a:xfrm>
                <a:off x="1590628" y="2681680"/>
                <a:ext cx="1044000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>
                <a:extLst>
                  <a:ext uri="{FF2B5EF4-FFF2-40B4-BE49-F238E27FC236}">
                    <a16:creationId xmlns:a16="http://schemas.microsoft.com/office/drawing/2014/main" id="{BED4B749-0599-4FF4-9C29-EC30E54F1E6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50629" y="2141680"/>
                <a:ext cx="1080000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>
                <a:extLst>
                  <a:ext uri="{FF2B5EF4-FFF2-40B4-BE49-F238E27FC236}">
                    <a16:creationId xmlns:a16="http://schemas.microsoft.com/office/drawing/2014/main" id="{4D8139BD-76AC-48A2-844F-095D59C5D6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89416" y="2681680"/>
                <a:ext cx="601211" cy="436228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38" name="Object 30">
              <a:extLst>
                <a:ext uri="{FF2B5EF4-FFF2-40B4-BE49-F238E27FC236}">
                  <a16:creationId xmlns:a16="http://schemas.microsoft.com/office/drawing/2014/main" id="{E16A61D4-C545-4822-97F3-028DFA28D9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2190" y="2859688"/>
            <a:ext cx="3048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38" name="Equation" r:id="rId26" imgW="152280" imgH="253800" progId="Equation.DSMT4">
                    <p:embed/>
                  </p:oleObj>
                </mc:Choice>
                <mc:Fallback>
                  <p:oleObj name="Equation" r:id="rId26" imgW="152280" imgH="253800" progId="Equation.DSMT4">
                    <p:embed/>
                    <p:pic>
                      <p:nvPicPr>
                        <p:cNvPr id="38" name="Object 30">
                          <a:extLst>
                            <a:ext uri="{FF2B5EF4-FFF2-40B4-BE49-F238E27FC236}">
                              <a16:creationId xmlns:a16="http://schemas.microsoft.com/office/drawing/2014/main" id="{E16A61D4-C545-4822-97F3-028DFA28D9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2190" y="2859688"/>
                          <a:ext cx="304800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30">
              <a:extLst>
                <a:ext uri="{FF2B5EF4-FFF2-40B4-BE49-F238E27FC236}">
                  <a16:creationId xmlns:a16="http://schemas.microsoft.com/office/drawing/2014/main" id="{959A32E2-81BD-4F97-97F2-95597802D1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51747" y="3433939"/>
            <a:ext cx="3302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39" name="Equation" r:id="rId28" imgW="164880" imgH="253800" progId="Equation.DSMT4">
                    <p:embed/>
                  </p:oleObj>
                </mc:Choice>
                <mc:Fallback>
                  <p:oleObj name="Equation" r:id="rId28" imgW="164880" imgH="253800" progId="Equation.DSMT4">
                    <p:embed/>
                    <p:pic>
                      <p:nvPicPr>
                        <p:cNvPr id="39" name="Object 30">
                          <a:extLst>
                            <a:ext uri="{FF2B5EF4-FFF2-40B4-BE49-F238E27FC236}">
                              <a16:creationId xmlns:a16="http://schemas.microsoft.com/office/drawing/2014/main" id="{959A32E2-81BD-4F97-97F2-95597802D16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1747" y="3433939"/>
                          <a:ext cx="330200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30">
              <a:extLst>
                <a:ext uri="{FF2B5EF4-FFF2-40B4-BE49-F238E27FC236}">
                  <a16:creationId xmlns:a16="http://schemas.microsoft.com/office/drawing/2014/main" id="{CD50D57C-D686-42CC-9EA8-7F17FD09CC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94016" y="1706056"/>
            <a:ext cx="3302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40" name="Equation" r:id="rId30" imgW="164880" imgH="253800" progId="Equation.DSMT4">
                    <p:embed/>
                  </p:oleObj>
                </mc:Choice>
                <mc:Fallback>
                  <p:oleObj name="Equation" r:id="rId30" imgW="164880" imgH="253800" progId="Equation.DSMT4">
                    <p:embed/>
                    <p:pic>
                      <p:nvPicPr>
                        <p:cNvPr id="40" name="Object 30">
                          <a:extLst>
                            <a:ext uri="{FF2B5EF4-FFF2-40B4-BE49-F238E27FC236}">
                              <a16:creationId xmlns:a16="http://schemas.microsoft.com/office/drawing/2014/main" id="{CD50D57C-D686-42CC-9EA8-7F17FD09CC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4016" y="1706056"/>
                          <a:ext cx="330200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78740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4">
            <a:extLst>
              <a:ext uri="{FF2B5EF4-FFF2-40B4-BE49-F238E27FC236}">
                <a16:creationId xmlns:a16="http://schemas.microsoft.com/office/drawing/2014/main" id="{06718FB7-093E-4DDA-862F-81A1C6791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69" y="2847776"/>
            <a:ext cx="30444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A32F0"/>
                </a:solidFill>
                <a:ea typeface="等线" panose="02010600030101010101" pitchFamily="2" charset="-122"/>
                <a:cs typeface="楷体_GB2312"/>
              </a:rPr>
              <a:t>张量定义（实体）：</a:t>
            </a:r>
          </a:p>
        </p:txBody>
      </p:sp>
      <p:graphicFrame>
        <p:nvGraphicFramePr>
          <p:cNvPr id="4" name="Object 26">
            <a:extLst>
              <a:ext uri="{FF2B5EF4-FFF2-40B4-BE49-F238E27FC236}">
                <a16:creationId xmlns:a16="http://schemas.microsoft.com/office/drawing/2014/main" id="{DBF54B68-4A0D-43F4-BDE8-A6EDD3D5E3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0800" y="2854325"/>
          <a:ext cx="1422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8" name="Equation" r:id="rId3" imgW="711000" imgH="266400" progId="Equation.DSMT4">
                  <p:embed/>
                </p:oleObj>
              </mc:Choice>
              <mc:Fallback>
                <p:oleObj name="Equation" r:id="rId3" imgW="711000" imgH="266400" progId="Equation.DSMT4">
                  <p:embed/>
                  <p:pic>
                    <p:nvPicPr>
                      <p:cNvPr id="4" name="Object 26">
                        <a:extLst>
                          <a:ext uri="{FF2B5EF4-FFF2-40B4-BE49-F238E27FC236}">
                            <a16:creationId xmlns:a16="http://schemas.microsoft.com/office/drawing/2014/main" id="{DBF54B68-4A0D-43F4-BDE8-A6EDD3D5E3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0800" y="2854325"/>
                        <a:ext cx="1422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标题 1">
            <a:extLst>
              <a:ext uri="{FF2B5EF4-FFF2-40B4-BE49-F238E27FC236}">
                <a16:creationId xmlns:a16="http://schemas.microsoft.com/office/drawing/2014/main" id="{A3C73F11-43AE-47FC-BFC0-C056184DD5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5823" y="-17412"/>
            <a:ext cx="5084789" cy="13255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楷体_GB2312"/>
              </a:rPr>
              <a:t>二阶张量实体表示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graphicFrame>
        <p:nvGraphicFramePr>
          <p:cNvPr id="12" name="Object 33">
            <a:extLst>
              <a:ext uri="{FF2B5EF4-FFF2-40B4-BE49-F238E27FC236}">
                <a16:creationId xmlns:a16="http://schemas.microsoft.com/office/drawing/2014/main" id="{25CA9BDB-331D-4176-9C9F-55FD876407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5617" y="994647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" name="Equation" r:id="rId5" imgW="266400" imgH="266400" progId="Equation.DSMT4">
                  <p:embed/>
                </p:oleObj>
              </mc:Choice>
              <mc:Fallback>
                <p:oleObj name="Equation" r:id="rId5" imgW="266400" imgH="266400" progId="Equation.DSMT4">
                  <p:embed/>
                  <p:pic>
                    <p:nvPicPr>
                      <p:cNvPr id="12" name="Object 33">
                        <a:extLst>
                          <a:ext uri="{FF2B5EF4-FFF2-40B4-BE49-F238E27FC236}">
                            <a16:creationId xmlns:a16="http://schemas.microsoft.com/office/drawing/2014/main" id="{25CA9BDB-331D-4176-9C9F-55FD876407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617" y="994647"/>
                        <a:ext cx="533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4">
            <a:extLst>
              <a:ext uri="{FF2B5EF4-FFF2-40B4-BE49-F238E27FC236}">
                <a16:creationId xmlns:a16="http://schemas.microsoft.com/office/drawing/2014/main" id="{83C9CA51-BC56-4E82-BF10-3A11606FF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978" y="1047552"/>
            <a:ext cx="2738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规定二阶张量基：</a:t>
            </a:r>
          </a:p>
        </p:txBody>
      </p:sp>
      <p:graphicFrame>
        <p:nvGraphicFramePr>
          <p:cNvPr id="15" name="Object 33">
            <a:extLst>
              <a:ext uri="{FF2B5EF4-FFF2-40B4-BE49-F238E27FC236}">
                <a16:creationId xmlns:a16="http://schemas.microsoft.com/office/drawing/2014/main" id="{DCFAB22F-70A1-43E7-B25A-CD1E206606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4613" y="1550988"/>
          <a:ext cx="3708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0" name="Equation" r:id="rId7" imgW="1854000" imgH="304560" progId="Equation.DSMT4">
                  <p:embed/>
                </p:oleObj>
              </mc:Choice>
              <mc:Fallback>
                <p:oleObj name="Equation" r:id="rId7" imgW="1854000" imgH="304560" progId="Equation.DSMT4">
                  <p:embed/>
                  <p:pic>
                    <p:nvPicPr>
                      <p:cNvPr id="15" name="Object 33">
                        <a:extLst>
                          <a:ext uri="{FF2B5EF4-FFF2-40B4-BE49-F238E27FC236}">
                            <a16:creationId xmlns:a16="http://schemas.microsoft.com/office/drawing/2014/main" id="{DCFAB22F-70A1-43E7-B25A-CD1E206606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4613" y="1550988"/>
                        <a:ext cx="3708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4">
            <a:extLst>
              <a:ext uri="{FF2B5EF4-FFF2-40B4-BE49-F238E27FC236}">
                <a16:creationId xmlns:a16="http://schemas.microsoft.com/office/drawing/2014/main" id="{F87A652B-71DB-433C-A99D-BED6FE138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91" y="4146813"/>
            <a:ext cx="30444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张量点乘（实体）：</a:t>
            </a:r>
          </a:p>
        </p:txBody>
      </p:sp>
      <p:graphicFrame>
        <p:nvGraphicFramePr>
          <p:cNvPr id="19" name="Object 26">
            <a:extLst>
              <a:ext uri="{FF2B5EF4-FFF2-40B4-BE49-F238E27FC236}">
                <a16:creationId xmlns:a16="http://schemas.microsoft.com/office/drawing/2014/main" id="{A3996B83-B150-416C-89BE-1A115A4DDC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8113" y="4688531"/>
          <a:ext cx="5080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1" name="Equation" r:id="rId9" imgW="2539800" imgH="266400" progId="Equation.DSMT4">
                  <p:embed/>
                </p:oleObj>
              </mc:Choice>
              <mc:Fallback>
                <p:oleObj name="Equation" r:id="rId9" imgW="2539800" imgH="266400" progId="Equation.DSMT4">
                  <p:embed/>
                  <p:pic>
                    <p:nvPicPr>
                      <p:cNvPr id="19" name="Object 26">
                        <a:extLst>
                          <a:ext uri="{FF2B5EF4-FFF2-40B4-BE49-F238E27FC236}">
                            <a16:creationId xmlns:a16="http://schemas.microsoft.com/office/drawing/2014/main" id="{A3996B83-B150-416C-89BE-1A115A4DDC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113" y="4688531"/>
                        <a:ext cx="5080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4">
            <a:extLst>
              <a:ext uri="{FF2B5EF4-FFF2-40B4-BE49-F238E27FC236}">
                <a16:creationId xmlns:a16="http://schemas.microsoft.com/office/drawing/2014/main" id="{562DAC2D-31C9-4409-A9A7-EBA860F42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0148" y="1643940"/>
            <a:ext cx="16442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ea typeface="等线" panose="02010600030101010101" pitchFamily="2" charset="-122"/>
                <a:cs typeface="楷体_GB2312"/>
              </a:rPr>
              <a:t>允许点乘：</a:t>
            </a:r>
          </a:p>
        </p:txBody>
      </p:sp>
      <p:graphicFrame>
        <p:nvGraphicFramePr>
          <p:cNvPr id="29" name="Object 26">
            <a:extLst>
              <a:ext uri="{FF2B5EF4-FFF2-40B4-BE49-F238E27FC236}">
                <a16:creationId xmlns:a16="http://schemas.microsoft.com/office/drawing/2014/main" id="{004A305A-DE5F-42AD-A761-45E80FC208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8113" y="5251450"/>
          <a:ext cx="6451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2" name="Equation" r:id="rId11" imgW="3225600" imgH="266400" progId="Equation.DSMT4">
                  <p:embed/>
                </p:oleObj>
              </mc:Choice>
              <mc:Fallback>
                <p:oleObj name="Equation" r:id="rId11" imgW="3225600" imgH="266400" progId="Equation.DSMT4">
                  <p:embed/>
                  <p:pic>
                    <p:nvPicPr>
                      <p:cNvPr id="29" name="Object 26">
                        <a:extLst>
                          <a:ext uri="{FF2B5EF4-FFF2-40B4-BE49-F238E27FC236}">
                            <a16:creationId xmlns:a16="http://schemas.microsoft.com/office/drawing/2014/main" id="{004A305A-DE5F-42AD-A761-45E80FC208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113" y="5251450"/>
                        <a:ext cx="6451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3">
            <a:extLst>
              <a:ext uri="{FF2B5EF4-FFF2-40B4-BE49-F238E27FC236}">
                <a16:creationId xmlns:a16="http://schemas.microsoft.com/office/drawing/2014/main" id="{B09D4E11-70F3-4217-89D3-995F00529A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4600" y="2182813"/>
          <a:ext cx="4851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3" name="Equation" r:id="rId13" imgW="2425680" imgH="304560" progId="Equation.DSMT4">
                  <p:embed/>
                </p:oleObj>
              </mc:Choice>
              <mc:Fallback>
                <p:oleObj name="Equation" r:id="rId13" imgW="2425680" imgH="304560" progId="Equation.DSMT4">
                  <p:embed/>
                  <p:pic>
                    <p:nvPicPr>
                      <p:cNvPr id="30" name="Object 33">
                        <a:extLst>
                          <a:ext uri="{FF2B5EF4-FFF2-40B4-BE49-F238E27FC236}">
                            <a16:creationId xmlns:a16="http://schemas.microsoft.com/office/drawing/2014/main" id="{B09D4E11-70F3-4217-89D3-995F00529A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2182813"/>
                        <a:ext cx="4851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7">
            <a:extLst>
              <a:ext uri="{FF2B5EF4-FFF2-40B4-BE49-F238E27FC236}">
                <a16:creationId xmlns:a16="http://schemas.microsoft.com/office/drawing/2014/main" id="{13561795-8A42-448C-BF73-4E63D45D4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3940" y="5859238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并积：</a:t>
            </a:r>
          </a:p>
        </p:txBody>
      </p:sp>
      <p:graphicFrame>
        <p:nvGraphicFramePr>
          <p:cNvPr id="22" name="Object 28">
            <a:extLst>
              <a:ext uri="{FF2B5EF4-FFF2-40B4-BE49-F238E27FC236}">
                <a16:creationId xmlns:a16="http://schemas.microsoft.com/office/drawing/2014/main" id="{DAD71643-6DF2-488F-833D-400936A3EB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4134" y="6347769"/>
          <a:ext cx="406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4" name="Equation" r:id="rId15" imgW="203040" imgH="164880" progId="Equation.DSMT4">
                  <p:embed/>
                </p:oleObj>
              </mc:Choice>
              <mc:Fallback>
                <p:oleObj name="Equation" r:id="rId15" imgW="203040" imgH="164880" progId="Equation.DSMT4">
                  <p:embed/>
                  <p:pic>
                    <p:nvPicPr>
                      <p:cNvPr id="22" name="Object 28">
                        <a:extLst>
                          <a:ext uri="{FF2B5EF4-FFF2-40B4-BE49-F238E27FC236}">
                            <a16:creationId xmlns:a16="http://schemas.microsoft.com/office/drawing/2014/main" id="{DAD71643-6DF2-488F-833D-400936A3EB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4134" y="6347769"/>
                        <a:ext cx="406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2">
            <a:extLst>
              <a:ext uri="{FF2B5EF4-FFF2-40B4-BE49-F238E27FC236}">
                <a16:creationId xmlns:a16="http://schemas.microsoft.com/office/drawing/2014/main" id="{BBC8FF60-0E11-4B1C-91C4-D8A25CC331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34025" y="6210300"/>
          <a:ext cx="1752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5" name="Equation" r:id="rId17" imgW="876240" imgH="304560" progId="Equation.DSMT4">
                  <p:embed/>
                </p:oleObj>
              </mc:Choice>
              <mc:Fallback>
                <p:oleObj name="Equation" r:id="rId17" imgW="876240" imgH="304560" progId="Equation.DSMT4">
                  <p:embed/>
                  <p:pic>
                    <p:nvPicPr>
                      <p:cNvPr id="23" name="Object 32">
                        <a:extLst>
                          <a:ext uri="{FF2B5EF4-FFF2-40B4-BE49-F238E27FC236}">
                            <a16:creationId xmlns:a16="http://schemas.microsoft.com/office/drawing/2014/main" id="{BBC8FF60-0E11-4B1C-91C4-D8A25CC331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4025" y="6210300"/>
                        <a:ext cx="1752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3">
            <a:extLst>
              <a:ext uri="{FF2B5EF4-FFF2-40B4-BE49-F238E27FC236}">
                <a16:creationId xmlns:a16="http://schemas.microsoft.com/office/drawing/2014/main" id="{06715CD5-4026-47A2-9D1D-8CB4B7A212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9650" y="6267450"/>
          <a:ext cx="1193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6" name="Equation" r:id="rId19" imgW="596880" imgH="266400" progId="Equation.DSMT4">
                  <p:embed/>
                </p:oleObj>
              </mc:Choice>
              <mc:Fallback>
                <p:oleObj name="Equation" r:id="rId19" imgW="596880" imgH="266400" progId="Equation.DSMT4">
                  <p:embed/>
                  <p:pic>
                    <p:nvPicPr>
                      <p:cNvPr id="24" name="Object 33">
                        <a:extLst>
                          <a:ext uri="{FF2B5EF4-FFF2-40B4-BE49-F238E27FC236}">
                            <a16:creationId xmlns:a16="http://schemas.microsoft.com/office/drawing/2014/main" id="{06715CD5-4026-47A2-9D1D-8CB4B7A212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9650" y="6267450"/>
                        <a:ext cx="1193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4">
            <a:extLst>
              <a:ext uri="{FF2B5EF4-FFF2-40B4-BE49-F238E27FC236}">
                <a16:creationId xmlns:a16="http://schemas.microsoft.com/office/drawing/2014/main" id="{60FD3C2C-FD6D-4304-8134-54FEC4432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2317" y="4136240"/>
            <a:ext cx="2339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A32F0"/>
                </a:solidFill>
                <a:ea typeface="等线" panose="02010600030101010101" pitchFamily="2" charset="-122"/>
                <a:cs typeface="楷体_GB2312"/>
              </a:rPr>
              <a:t>与前面定义一致</a:t>
            </a:r>
          </a:p>
        </p:txBody>
      </p:sp>
      <p:graphicFrame>
        <p:nvGraphicFramePr>
          <p:cNvPr id="21" name="Object 26">
            <a:extLst>
              <a:ext uri="{FF2B5EF4-FFF2-40B4-BE49-F238E27FC236}">
                <a16:creationId xmlns:a16="http://schemas.microsoft.com/office/drawing/2014/main" id="{5E248528-80F5-4AB1-B4E5-0F47DCDFA5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0366" y="2832943"/>
          <a:ext cx="1092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7" name="Equation" r:id="rId21" imgW="545760" imgH="266400" progId="Equation.DSMT4">
                  <p:embed/>
                </p:oleObj>
              </mc:Choice>
              <mc:Fallback>
                <p:oleObj name="Equation" r:id="rId21" imgW="545760" imgH="266400" progId="Equation.DSMT4">
                  <p:embed/>
                  <p:pic>
                    <p:nvPicPr>
                      <p:cNvPr id="21" name="Object 26">
                        <a:extLst>
                          <a:ext uri="{FF2B5EF4-FFF2-40B4-BE49-F238E27FC236}">
                            <a16:creationId xmlns:a16="http://schemas.microsoft.com/office/drawing/2014/main" id="{5E248528-80F5-4AB1-B4E5-0F47DCDFA5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366" y="2832943"/>
                        <a:ext cx="1092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6">
            <a:extLst>
              <a:ext uri="{FF2B5EF4-FFF2-40B4-BE49-F238E27FC236}">
                <a16:creationId xmlns:a16="http://schemas.microsoft.com/office/drawing/2014/main" id="{5DFD0373-8864-49CF-BCFD-2B3EDE295D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225" y="3397250"/>
          <a:ext cx="8661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8" name="Equation" r:id="rId23" imgW="4330440" imgH="304560" progId="Equation.DSMT4">
                  <p:embed/>
                </p:oleObj>
              </mc:Choice>
              <mc:Fallback>
                <p:oleObj name="Equation" r:id="rId23" imgW="4330440" imgH="304560" progId="Equation.DSMT4">
                  <p:embed/>
                  <p:pic>
                    <p:nvPicPr>
                      <p:cNvPr id="25" name="Object 26">
                        <a:extLst>
                          <a:ext uri="{FF2B5EF4-FFF2-40B4-BE49-F238E27FC236}">
                            <a16:creationId xmlns:a16="http://schemas.microsoft.com/office/drawing/2014/main" id="{5DFD0373-8864-49CF-BCFD-2B3EDE295D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" y="3397250"/>
                        <a:ext cx="8661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7">
            <a:extLst>
              <a:ext uri="{FF2B5EF4-FFF2-40B4-BE49-F238E27FC236}">
                <a16:creationId xmlns:a16="http://schemas.microsoft.com/office/drawing/2014/main" id="{45DF5F01-0658-4A60-81FA-CB4403867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67" y="5828720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ea typeface="等线" panose="02010600030101010101" pitchFamily="2" charset="-122"/>
                <a:cs typeface="楷体_GB2312"/>
              </a:rPr>
              <a:t>缩并：</a:t>
            </a:r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EB9DFC94-2AF4-43C3-B836-41AB8EEC09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6283" y="6262283"/>
          <a:ext cx="2641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" name="Equation" r:id="rId25" imgW="1320480" imgH="266400" progId="Equation.DSMT4">
                  <p:embed/>
                </p:oleObj>
              </mc:Choice>
              <mc:Fallback>
                <p:oleObj name="Equation" r:id="rId25" imgW="1320480" imgH="26640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EB9DFC94-2AF4-43C3-B836-41AB8EEC09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283" y="6262283"/>
                        <a:ext cx="2641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12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8" grpId="0"/>
      <p:bldP spid="28" grpId="0"/>
      <p:bldP spid="20" grpId="0"/>
      <p:bldP spid="17" grpId="0"/>
      <p:bldP spid="26" grpId="0"/>
    </p:bldLst>
  </p:timing>
</p:sld>
</file>

<file path=ppt/theme/theme1.xml><?xml version="1.0" encoding="utf-8"?>
<a:theme xmlns:a="http://schemas.openxmlformats.org/drawingml/2006/main" name="WPS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421</Words>
  <Application>Microsoft Office PowerPoint</Application>
  <PresentationFormat>全屏显示(4:3)</PresentationFormat>
  <Paragraphs>92</Paragraphs>
  <Slides>16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等线</vt:lpstr>
      <vt:lpstr>等线 Light</vt:lpstr>
      <vt:lpstr>Arial</vt:lpstr>
      <vt:lpstr>Calibri</vt:lpstr>
      <vt:lpstr>Calibri Light</vt:lpstr>
      <vt:lpstr>Times New Roman</vt:lpstr>
      <vt:lpstr>Wingdings</vt:lpstr>
      <vt:lpstr>WPS</vt:lpstr>
      <vt:lpstr>Equation</vt:lpstr>
      <vt:lpstr>MathType 7.0 Equation</vt:lpstr>
      <vt:lpstr>补充一：张量代数</vt:lpstr>
      <vt:lpstr>  张量的指标表示</vt:lpstr>
      <vt:lpstr>物理量</vt:lpstr>
      <vt:lpstr>指标表示</vt:lpstr>
      <vt:lpstr>张量运算</vt:lpstr>
      <vt:lpstr>指标表示规则</vt:lpstr>
      <vt:lpstr>向量乘法与指标运算</vt:lpstr>
      <vt:lpstr>向量乘法</vt:lpstr>
      <vt:lpstr>δ符号</vt:lpstr>
      <vt:lpstr>置换符号</vt:lpstr>
      <vt:lpstr>-关系式</vt:lpstr>
      <vt:lpstr>练习一</vt:lpstr>
      <vt:lpstr>张量的坐标不变性</vt:lpstr>
      <vt:lpstr>向量的坐标变换规则</vt:lpstr>
      <vt:lpstr>张量坐标变换规则</vt:lpstr>
      <vt:lpstr>二阶张量实体表示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补充一：张量代数</dc:title>
  <dc:creator>Dell</dc:creator>
  <cp:lastModifiedBy>Chengyue Wang</cp:lastModifiedBy>
  <cp:revision>8</cp:revision>
  <dcterms:created xsi:type="dcterms:W3CDTF">2023-08-09T12:44:00Z</dcterms:created>
  <dcterms:modified xsi:type="dcterms:W3CDTF">2026-09-18T01:27:19Z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0FFB374EF87741258E9EC42A4DEF22FC_13</vt:lpwstr>
  </property>
</Properties>
</file>